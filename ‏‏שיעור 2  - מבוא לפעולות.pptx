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3" r:id="rId4"/>
    <p:sldId id="265" r:id="rId5"/>
    <p:sldId id="259" r:id="rId6"/>
    <p:sldId id="260" r:id="rId7"/>
    <p:sldId id="269" r:id="rId8"/>
    <p:sldId id="271" r:id="rId9"/>
    <p:sldId id="262" r:id="rId10"/>
    <p:sldId id="266" r:id="rId11"/>
    <p:sldId id="272" r:id="rId12"/>
    <p:sldId id="273" r:id="rId13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אריק ישר" initials="אי" lastIdx="2" clrIdx="0">
    <p:extLst>
      <p:ext uri="{19B8F6BF-5375-455C-9EA6-DF929625EA0E}">
        <p15:presenceInfo xmlns:p15="http://schemas.microsoft.com/office/powerpoint/2012/main" userId="cc21a47ee986e5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614AA1-77D2-4CCB-B644-138DB3B5DC17}" v="7" dt="2020-09-01T15:07:46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47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אריק ישר" userId="cc21a47ee986e509" providerId="LiveId" clId="{F9614AA1-77D2-4CCB-B644-138DB3B5DC17}"/>
    <pc:docChg chg="undo custSel addSld delSld modSld">
      <pc:chgData name="אריק ישר" userId="cc21a47ee986e509" providerId="LiveId" clId="{F9614AA1-77D2-4CCB-B644-138DB3B5DC17}" dt="2020-09-01T15:09:47.222" v="263" actId="403"/>
      <pc:docMkLst>
        <pc:docMk/>
      </pc:docMkLst>
      <pc:sldChg chg="addSp modSp mod">
        <pc:chgData name="אריק ישר" userId="cc21a47ee986e509" providerId="LiveId" clId="{F9614AA1-77D2-4CCB-B644-138DB3B5DC17}" dt="2020-08-28T15:54:59.375" v="42" actId="1076"/>
        <pc:sldMkLst>
          <pc:docMk/>
          <pc:sldMk cId="1585892796" sldId="256"/>
        </pc:sldMkLst>
        <pc:spChg chg="mod">
          <ac:chgData name="אריק ישר" userId="cc21a47ee986e509" providerId="LiveId" clId="{F9614AA1-77D2-4CCB-B644-138DB3B5DC17}" dt="2020-08-28T08:20:05.998" v="8" actId="20577"/>
          <ac:spMkLst>
            <pc:docMk/>
            <pc:sldMk cId="1585892796" sldId="256"/>
            <ac:spMk id="2" creationId="{C111D963-0F8D-46F5-9D66-2215C196845F}"/>
          </ac:spMkLst>
        </pc:spChg>
        <pc:spChg chg="add mod">
          <ac:chgData name="אריק ישר" userId="cc21a47ee986e509" providerId="LiveId" clId="{F9614AA1-77D2-4CCB-B644-138DB3B5DC17}" dt="2020-08-28T15:54:59.375" v="42" actId="1076"/>
          <ac:spMkLst>
            <pc:docMk/>
            <pc:sldMk cId="1585892796" sldId="256"/>
            <ac:spMk id="3" creationId="{51313178-2CDE-4000-817D-523EAE5B3556}"/>
          </ac:spMkLst>
        </pc:spChg>
      </pc:sldChg>
      <pc:sldChg chg="delSp del mod">
        <pc:chgData name="אריק ישר" userId="cc21a47ee986e509" providerId="LiveId" clId="{F9614AA1-77D2-4CCB-B644-138DB3B5DC17}" dt="2020-08-28T15:55:34.319" v="52" actId="47"/>
        <pc:sldMkLst>
          <pc:docMk/>
          <pc:sldMk cId="1988907518" sldId="258"/>
        </pc:sldMkLst>
        <pc:spChg chg="del">
          <ac:chgData name="אריק ישר" userId="cc21a47ee986e509" providerId="LiveId" clId="{F9614AA1-77D2-4CCB-B644-138DB3B5DC17}" dt="2020-08-28T15:55:14.425" v="46" actId="478"/>
          <ac:spMkLst>
            <pc:docMk/>
            <pc:sldMk cId="1988907518" sldId="258"/>
            <ac:spMk id="4" creationId="{29D5C50F-2A82-47FA-A288-3CC0992C4935}"/>
          </ac:spMkLst>
        </pc:spChg>
        <pc:spChg chg="del">
          <ac:chgData name="אריק ישר" userId="cc21a47ee986e509" providerId="LiveId" clId="{F9614AA1-77D2-4CCB-B644-138DB3B5DC17}" dt="2020-08-28T15:55:16.902" v="47" actId="478"/>
          <ac:spMkLst>
            <pc:docMk/>
            <pc:sldMk cId="1988907518" sldId="258"/>
            <ac:spMk id="6" creationId="{C64F8959-E292-4B36-8495-DE9D6C769736}"/>
          </ac:spMkLst>
        </pc:spChg>
        <pc:spChg chg="del">
          <ac:chgData name="אריק ישר" userId="cc21a47ee986e509" providerId="LiveId" clId="{F9614AA1-77D2-4CCB-B644-138DB3B5DC17}" dt="2020-08-28T15:55:22.535" v="49" actId="478"/>
          <ac:spMkLst>
            <pc:docMk/>
            <pc:sldMk cId="1988907518" sldId="258"/>
            <ac:spMk id="8" creationId="{3DCF7CE0-2708-4DF2-8705-0891E0452FA6}"/>
          </ac:spMkLst>
        </pc:spChg>
        <pc:spChg chg="del">
          <ac:chgData name="אריק ישר" userId="cc21a47ee986e509" providerId="LiveId" clId="{F9614AA1-77D2-4CCB-B644-138DB3B5DC17}" dt="2020-08-28T15:55:14.425" v="46" actId="478"/>
          <ac:spMkLst>
            <pc:docMk/>
            <pc:sldMk cId="1988907518" sldId="258"/>
            <ac:spMk id="12" creationId="{D8F9F92B-6A37-42F2-B9C6-390348201BB9}"/>
          </ac:spMkLst>
        </pc:spChg>
        <pc:spChg chg="del">
          <ac:chgData name="אריק ישר" userId="cc21a47ee986e509" providerId="LiveId" clId="{F9614AA1-77D2-4CCB-B644-138DB3B5DC17}" dt="2020-08-28T15:55:20.663" v="48" actId="478"/>
          <ac:spMkLst>
            <pc:docMk/>
            <pc:sldMk cId="1988907518" sldId="258"/>
            <ac:spMk id="14" creationId="{20A35FFA-A5B2-4B71-8974-82FCC5812D24}"/>
          </ac:spMkLst>
        </pc:spChg>
        <pc:spChg chg="del">
          <ac:chgData name="אריק ישר" userId="cc21a47ee986e509" providerId="LiveId" clId="{F9614AA1-77D2-4CCB-B644-138DB3B5DC17}" dt="2020-08-28T15:55:06.708" v="43" actId="478"/>
          <ac:spMkLst>
            <pc:docMk/>
            <pc:sldMk cId="1988907518" sldId="258"/>
            <ac:spMk id="16" creationId="{0C8F11A8-1BDC-49F0-AFF4-05CD0FF671D3}"/>
          </ac:spMkLst>
        </pc:spChg>
        <pc:spChg chg="del">
          <ac:chgData name="אריק ישר" userId="cc21a47ee986e509" providerId="LiveId" clId="{F9614AA1-77D2-4CCB-B644-138DB3B5DC17}" dt="2020-08-28T15:55:24.087" v="50" actId="478"/>
          <ac:spMkLst>
            <pc:docMk/>
            <pc:sldMk cId="1988907518" sldId="258"/>
            <ac:spMk id="17" creationId="{E0215580-7E33-4B5F-AE78-F2B78B57AFD6}"/>
          </ac:spMkLst>
        </pc:spChg>
        <pc:spChg chg="del">
          <ac:chgData name="אריק ישר" userId="cc21a47ee986e509" providerId="LiveId" clId="{F9614AA1-77D2-4CCB-B644-138DB3B5DC17}" dt="2020-08-28T15:55:08.432" v="44" actId="478"/>
          <ac:spMkLst>
            <pc:docMk/>
            <pc:sldMk cId="1988907518" sldId="258"/>
            <ac:spMk id="18" creationId="{EF76EE13-93AC-4FD0-B34F-E573818273DF}"/>
          </ac:spMkLst>
        </pc:spChg>
        <pc:spChg chg="del">
          <ac:chgData name="אריק ישר" userId="cc21a47ee986e509" providerId="LiveId" clId="{F9614AA1-77D2-4CCB-B644-138DB3B5DC17}" dt="2020-08-28T15:55:09.814" v="45" actId="478"/>
          <ac:spMkLst>
            <pc:docMk/>
            <pc:sldMk cId="1988907518" sldId="258"/>
            <ac:spMk id="20" creationId="{4DD4BCBA-DAB3-4468-ADB4-907CD27A899D}"/>
          </ac:spMkLst>
        </pc:spChg>
        <pc:spChg chg="del">
          <ac:chgData name="אריק ישר" userId="cc21a47ee986e509" providerId="LiveId" clId="{F9614AA1-77D2-4CCB-B644-138DB3B5DC17}" dt="2020-08-28T15:55:14.425" v="46" actId="478"/>
          <ac:spMkLst>
            <pc:docMk/>
            <pc:sldMk cId="1988907518" sldId="258"/>
            <ac:spMk id="24" creationId="{438A67DC-5110-4B03-9886-2962BF615281}"/>
          </ac:spMkLst>
        </pc:spChg>
      </pc:sldChg>
      <pc:sldChg chg="addSp delSp modSp new mod delAnim modAnim">
        <pc:chgData name="אריק ישר" userId="cc21a47ee986e509" providerId="LiveId" clId="{F9614AA1-77D2-4CCB-B644-138DB3B5DC17}" dt="2020-09-01T15:09:47.222" v="263" actId="403"/>
        <pc:sldMkLst>
          <pc:docMk/>
          <pc:sldMk cId="1322766643" sldId="259"/>
        </pc:sldMkLst>
        <pc:spChg chg="mod">
          <ac:chgData name="אריק ישר" userId="cc21a47ee986e509" providerId="LiveId" clId="{F9614AA1-77D2-4CCB-B644-138DB3B5DC17}" dt="2020-09-01T15:07:51.587" v="241" actId="1076"/>
          <ac:spMkLst>
            <pc:docMk/>
            <pc:sldMk cId="1322766643" sldId="259"/>
            <ac:spMk id="2" creationId="{73B438ED-FB60-49D9-B117-455967A2D386}"/>
          </ac:spMkLst>
        </pc:spChg>
        <pc:spChg chg="del">
          <ac:chgData name="אריק ישר" userId="cc21a47ee986e509" providerId="LiveId" clId="{F9614AA1-77D2-4CCB-B644-138DB3B5DC17}" dt="2020-08-28T08:23:45.748" v="10" actId="478"/>
          <ac:spMkLst>
            <pc:docMk/>
            <pc:sldMk cId="1322766643" sldId="259"/>
            <ac:spMk id="3" creationId="{BE74934D-04E7-494B-99F5-0C79D6B66DF5}"/>
          </ac:spMkLst>
        </pc:spChg>
        <pc:spChg chg="add del mod">
          <ac:chgData name="אריק ישר" userId="cc21a47ee986e509" providerId="LiveId" clId="{F9614AA1-77D2-4CCB-B644-138DB3B5DC17}" dt="2020-08-28T08:25:31.452" v="18" actId="478"/>
          <ac:spMkLst>
            <pc:docMk/>
            <pc:sldMk cId="1322766643" sldId="259"/>
            <ac:spMk id="6" creationId="{0F7637E7-6EE5-4F6B-A507-FBBCE691485B}"/>
          </ac:spMkLst>
        </pc:spChg>
        <pc:spChg chg="add mod">
          <ac:chgData name="אריק ישר" userId="cc21a47ee986e509" providerId="LiveId" clId="{F9614AA1-77D2-4CCB-B644-138DB3B5DC17}" dt="2020-09-01T15:09:47.222" v="263" actId="403"/>
          <ac:spMkLst>
            <pc:docMk/>
            <pc:sldMk cId="1322766643" sldId="259"/>
            <ac:spMk id="8" creationId="{BB268BF0-F92B-462F-97A4-1E25567B2C13}"/>
          </ac:spMkLst>
        </pc:spChg>
        <pc:spChg chg="add mod">
          <ac:chgData name="אריק ישר" userId="cc21a47ee986e509" providerId="LiveId" clId="{F9614AA1-77D2-4CCB-B644-138DB3B5DC17}" dt="2020-09-01T15:07:58.205" v="242" actId="403"/>
          <ac:spMkLst>
            <pc:docMk/>
            <pc:sldMk cId="1322766643" sldId="259"/>
            <ac:spMk id="9" creationId="{3C602889-5B57-4EAB-8A84-5A76990E6E89}"/>
          </ac:spMkLst>
        </pc:spChg>
        <pc:spChg chg="add mod">
          <ac:chgData name="אריק ישר" userId="cc21a47ee986e509" providerId="LiveId" clId="{F9614AA1-77D2-4CCB-B644-138DB3B5DC17}" dt="2020-09-01T15:08:04.345" v="243" actId="1076"/>
          <ac:spMkLst>
            <pc:docMk/>
            <pc:sldMk cId="1322766643" sldId="259"/>
            <ac:spMk id="10" creationId="{862D4134-3B9A-42F2-9C3B-AC6E4FFC313B}"/>
          </ac:spMkLst>
        </pc:spChg>
        <pc:picChg chg="add del mod">
          <ac:chgData name="אריק ישר" userId="cc21a47ee986e509" providerId="LiveId" clId="{F9614AA1-77D2-4CCB-B644-138DB3B5DC17}" dt="2020-08-28T08:24:54.003" v="15" actId="478"/>
          <ac:picMkLst>
            <pc:docMk/>
            <pc:sldMk cId="1322766643" sldId="259"/>
            <ac:picMk id="4" creationId="{069C478E-548A-476D-A306-F9455E4DDDC0}"/>
          </ac:picMkLst>
        </pc:picChg>
        <pc:picChg chg="add mod">
          <ac:chgData name="אריק ישר" userId="cc21a47ee986e509" providerId="LiveId" clId="{F9614AA1-77D2-4CCB-B644-138DB3B5DC17}" dt="2020-09-01T15:06:04.084" v="231" actId="14100"/>
          <ac:picMkLst>
            <pc:docMk/>
            <pc:sldMk cId="1322766643" sldId="259"/>
            <ac:picMk id="7" creationId="{E1DFF98A-8127-4202-9DD3-2CA2B0DAE4DC}"/>
          </ac:picMkLst>
        </pc:picChg>
      </pc:sldChg>
    </pc:docChg>
  </pc:docChgLst>
  <pc:docChgLst>
    <pc:chgData name="אריק ישר" userId="cc21a47ee986e509" providerId="LiveId" clId="{DC178A21-3D05-4799-8A98-9E7484384564}"/>
    <pc:docChg chg="undo custSel addSld delSld modSld sldOrd">
      <pc:chgData name="אריק ישר" userId="cc21a47ee986e509" providerId="LiveId" clId="{DC178A21-3D05-4799-8A98-9E7484384564}" dt="2020-05-12T08:30:13.971" v="1075" actId="2165"/>
      <pc:docMkLst>
        <pc:docMk/>
      </pc:docMkLst>
      <pc:sldChg chg="modSp mod">
        <pc:chgData name="אריק ישר" userId="cc21a47ee986e509" providerId="LiveId" clId="{DC178A21-3D05-4799-8A98-9E7484384564}" dt="2020-04-30T07:28:07.828" v="27" actId="403"/>
        <pc:sldMkLst>
          <pc:docMk/>
          <pc:sldMk cId="1585892796" sldId="256"/>
        </pc:sldMkLst>
        <pc:spChg chg="mod">
          <ac:chgData name="אריק ישר" userId="cc21a47ee986e509" providerId="LiveId" clId="{DC178A21-3D05-4799-8A98-9E7484384564}" dt="2020-04-30T07:28:07.828" v="27" actId="403"/>
          <ac:spMkLst>
            <pc:docMk/>
            <pc:sldMk cId="1585892796" sldId="256"/>
            <ac:spMk id="3" creationId="{03618953-1CA0-444C-9B35-65EFF69423FA}"/>
          </ac:spMkLst>
        </pc:spChg>
      </pc:sldChg>
      <pc:sldChg chg="del">
        <pc:chgData name="אריק ישר" userId="cc21a47ee986e509" providerId="LiveId" clId="{DC178A21-3D05-4799-8A98-9E7484384564}" dt="2020-04-30T07:23:50.013" v="1" actId="47"/>
        <pc:sldMkLst>
          <pc:docMk/>
          <pc:sldMk cId="3188125566" sldId="257"/>
        </pc:sldMkLst>
      </pc:sldChg>
      <pc:sldChg chg="del">
        <pc:chgData name="אריק ישר" userId="cc21a47ee986e509" providerId="LiveId" clId="{DC178A21-3D05-4799-8A98-9E7484384564}" dt="2020-04-30T07:23:48.161" v="0" actId="47"/>
        <pc:sldMkLst>
          <pc:docMk/>
          <pc:sldMk cId="2398994281" sldId="258"/>
        </pc:sldMkLst>
      </pc:sldChg>
      <pc:sldChg chg="del">
        <pc:chgData name="אריק ישר" userId="cc21a47ee986e509" providerId="LiveId" clId="{DC178A21-3D05-4799-8A98-9E7484384564}" dt="2020-04-30T07:23:54.605" v="3" actId="47"/>
        <pc:sldMkLst>
          <pc:docMk/>
          <pc:sldMk cId="3737933408" sldId="259"/>
        </pc:sldMkLst>
      </pc:sldChg>
      <pc:sldChg chg="del">
        <pc:chgData name="אריק ישר" userId="cc21a47ee986e509" providerId="LiveId" clId="{DC178A21-3D05-4799-8A98-9E7484384564}" dt="2020-04-30T07:23:55.544" v="4" actId="47"/>
        <pc:sldMkLst>
          <pc:docMk/>
          <pc:sldMk cId="401629323" sldId="260"/>
        </pc:sldMkLst>
      </pc:sldChg>
      <pc:sldChg chg="addSp modSp">
        <pc:chgData name="אריק ישר" userId="cc21a47ee986e509" providerId="LiveId" clId="{DC178A21-3D05-4799-8A98-9E7484384564}" dt="2020-04-30T07:34:41.036" v="87" actId="14100"/>
        <pc:sldMkLst>
          <pc:docMk/>
          <pc:sldMk cId="1584896767" sldId="261"/>
        </pc:sldMkLst>
        <pc:picChg chg="add mod">
          <ac:chgData name="אריק ישר" userId="cc21a47ee986e509" providerId="LiveId" clId="{DC178A21-3D05-4799-8A98-9E7484384564}" dt="2020-04-30T07:29:05.572" v="30" actId="1076"/>
          <ac:picMkLst>
            <pc:docMk/>
            <pc:sldMk cId="1584896767" sldId="261"/>
            <ac:picMk id="13" creationId="{6B773984-5F80-4066-9A0D-2BC9EC321B7F}"/>
          </ac:picMkLst>
        </pc:picChg>
        <pc:picChg chg="mod">
          <ac:chgData name="אריק ישר" userId="cc21a47ee986e509" providerId="LiveId" clId="{DC178A21-3D05-4799-8A98-9E7484384564}" dt="2020-04-30T07:34:41.036" v="87" actId="14100"/>
          <ac:picMkLst>
            <pc:docMk/>
            <pc:sldMk cId="1584896767" sldId="261"/>
            <ac:picMk id="3074" creationId="{28A1FEDF-2C2B-401F-899B-730AA31010EB}"/>
          </ac:picMkLst>
        </pc:picChg>
      </pc:sldChg>
      <pc:sldChg chg="addSp delSp modSp mod">
        <pc:chgData name="אריק ישר" userId="cc21a47ee986e509" providerId="LiveId" clId="{DC178A21-3D05-4799-8A98-9E7484384564}" dt="2020-04-30T12:58:14.386" v="412" actId="478"/>
        <pc:sldMkLst>
          <pc:docMk/>
          <pc:sldMk cId="1152295750" sldId="262"/>
        </pc:sldMkLst>
        <pc:spChg chg="mod">
          <ac:chgData name="אריק ישר" userId="cc21a47ee986e509" providerId="LiveId" clId="{DC178A21-3D05-4799-8A98-9E7484384564}" dt="2020-04-30T12:34:18.137" v="171" actId="20577"/>
          <ac:spMkLst>
            <pc:docMk/>
            <pc:sldMk cId="1152295750" sldId="262"/>
            <ac:spMk id="3" creationId="{5127E222-DB84-4125-A69B-80832E1B912C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5" creationId="{745C64D2-5033-41D0-9B6F-0A21C9DB41FA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6" creationId="{C3A4FC74-F847-46E8-B911-100F94561B46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8" creationId="{23844600-8BBD-41B5-B86C-4E2529FAD89D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9" creationId="{08B31A29-0D4E-4ACA-8628-DF8F167D5D1E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10" creationId="{9865C487-0614-429D-A478-D2EBA848D864}"/>
          </ac:spMkLst>
        </pc:spChg>
        <pc:spChg chg="mod">
          <ac:chgData name="אריק ישר" userId="cc21a47ee986e509" providerId="LiveId" clId="{DC178A21-3D05-4799-8A98-9E7484384564}" dt="2020-04-30T07:36:30.740" v="161" actId="1037"/>
          <ac:spMkLst>
            <pc:docMk/>
            <pc:sldMk cId="1152295750" sldId="262"/>
            <ac:spMk id="16" creationId="{EC11FC88-5A5F-4617-9A5B-3D8FBC8DF4CF}"/>
          </ac:spMkLst>
        </pc:spChg>
        <pc:spChg chg="mod">
          <ac:chgData name="אריק ישר" userId="cc21a47ee986e509" providerId="LiveId" clId="{DC178A21-3D05-4799-8A98-9E7484384564}" dt="2020-04-30T07:36:54.294" v="164" actId="1076"/>
          <ac:spMkLst>
            <pc:docMk/>
            <pc:sldMk cId="1152295750" sldId="262"/>
            <ac:spMk id="19" creationId="{8C36EE16-2A28-4E59-8F95-628BDF2DB6FC}"/>
          </ac:spMkLst>
        </pc:spChg>
        <pc:spChg chg="mod">
          <ac:chgData name="אריק ישר" userId="cc21a47ee986e509" providerId="LiveId" clId="{DC178A21-3D05-4799-8A98-9E7484384564}" dt="2020-04-30T07:36:47.819" v="163" actId="1076"/>
          <ac:spMkLst>
            <pc:docMk/>
            <pc:sldMk cId="1152295750" sldId="262"/>
            <ac:spMk id="20" creationId="{B145D087-B693-416F-A3CA-BE03D672D949}"/>
          </ac:spMkLst>
        </pc:spChg>
        <pc:spChg chg="mod">
          <ac:chgData name="אריק ישר" userId="cc21a47ee986e509" providerId="LiveId" clId="{DC178A21-3D05-4799-8A98-9E7484384564}" dt="2020-04-30T07:36:03.772" v="94" actId="1076"/>
          <ac:spMkLst>
            <pc:docMk/>
            <pc:sldMk cId="1152295750" sldId="262"/>
            <ac:spMk id="23" creationId="{742AC4E7-C982-405C-9788-9C92AA8B1779}"/>
          </ac:spMkLst>
        </pc:spChg>
        <pc:graphicFrameChg chg="add del mod">
          <ac:chgData name="אריק ישר" userId="cc21a47ee986e509" providerId="LiveId" clId="{DC178A21-3D05-4799-8A98-9E7484384564}" dt="2020-04-30T12:58:14.386" v="412" actId="478"/>
          <ac:graphicFrameMkLst>
            <pc:docMk/>
            <pc:sldMk cId="1152295750" sldId="262"/>
            <ac:graphicFrameMk id="22" creationId="{FEC8DA6F-E7EC-4B44-8EF7-960191F2455F}"/>
          </ac:graphicFrameMkLst>
        </pc:graphicFrameChg>
        <pc:picChg chg="mod">
          <ac:chgData name="אריק ישר" userId="cc21a47ee986e509" providerId="LiveId" clId="{DC178A21-3D05-4799-8A98-9E7484384564}" dt="2020-04-30T07:36:30.740" v="161" actId="1037"/>
          <ac:picMkLst>
            <pc:docMk/>
            <pc:sldMk cId="1152295750" sldId="262"/>
            <ac:picMk id="1026" creationId="{0F5249DC-0603-4918-9473-3D4268C7054D}"/>
          </ac:picMkLst>
        </pc:picChg>
        <pc:picChg chg="mod">
          <ac:chgData name="אריק ישר" userId="cc21a47ee986e509" providerId="LiveId" clId="{DC178A21-3D05-4799-8A98-9E7484384564}" dt="2020-04-30T07:36:30.740" v="161" actId="1037"/>
          <ac:picMkLst>
            <pc:docMk/>
            <pc:sldMk cId="1152295750" sldId="262"/>
            <ac:picMk id="1028" creationId="{E4F1ADCE-1C75-4860-8475-C518F52133A8}"/>
          </ac:picMkLst>
        </pc:picChg>
        <pc:picChg chg="mod">
          <ac:chgData name="אריק ישר" userId="cc21a47ee986e509" providerId="LiveId" clId="{DC178A21-3D05-4799-8A98-9E7484384564}" dt="2020-04-30T07:36:30.740" v="161" actId="1037"/>
          <ac:picMkLst>
            <pc:docMk/>
            <pc:sldMk cId="1152295750" sldId="262"/>
            <ac:picMk id="1032" creationId="{6CE5C15E-5691-4828-AFF3-4D63BD337604}"/>
          </ac:picMkLst>
        </pc:picChg>
        <pc:picChg chg="mod">
          <ac:chgData name="אריק ישר" userId="cc21a47ee986e509" providerId="LiveId" clId="{DC178A21-3D05-4799-8A98-9E7484384564}" dt="2020-04-30T07:36:41.031" v="162" actId="1076"/>
          <ac:picMkLst>
            <pc:docMk/>
            <pc:sldMk cId="1152295750" sldId="262"/>
            <ac:picMk id="1034" creationId="{3ADBA499-53E3-44FC-9AA8-EE32D5CC4C21}"/>
          </ac:picMkLst>
        </pc:picChg>
      </pc:sldChg>
      <pc:sldChg chg="modSp mod">
        <pc:chgData name="אריק ישר" userId="cc21a47ee986e509" providerId="LiveId" clId="{DC178A21-3D05-4799-8A98-9E7484384564}" dt="2020-04-30T12:51:57.674" v="337"/>
        <pc:sldMkLst>
          <pc:docMk/>
          <pc:sldMk cId="3007080041" sldId="264"/>
        </pc:sldMkLst>
        <pc:spChg chg="mod">
          <ac:chgData name="אריק ישר" userId="cc21a47ee986e509" providerId="LiveId" clId="{DC178A21-3D05-4799-8A98-9E7484384564}" dt="2020-04-30T12:43:48.700" v="226" actId="20577"/>
          <ac:spMkLst>
            <pc:docMk/>
            <pc:sldMk cId="3007080041" sldId="264"/>
            <ac:spMk id="4" creationId="{BA60B75A-8EE0-4E87-ADD6-9177685E22F5}"/>
          </ac:spMkLst>
        </pc:spChg>
        <pc:graphicFrameChg chg="mod modGraphic">
          <ac:chgData name="אריק ישר" userId="cc21a47ee986e509" providerId="LiveId" clId="{DC178A21-3D05-4799-8A98-9E7484384564}" dt="2020-04-30T12:51:57.674" v="337"/>
          <ac:graphicFrameMkLst>
            <pc:docMk/>
            <pc:sldMk cId="3007080041" sldId="264"/>
            <ac:graphicFrameMk id="12" creationId="{E9130C37-0365-46F8-9CDF-E8C69C27D35D}"/>
          </ac:graphicFrameMkLst>
        </pc:graphicFrameChg>
        <pc:graphicFrameChg chg="mod">
          <ac:chgData name="אריק ישר" userId="cc21a47ee986e509" providerId="LiveId" clId="{DC178A21-3D05-4799-8A98-9E7484384564}" dt="2020-04-30T12:49:04.967" v="331" actId="1076"/>
          <ac:graphicFrameMkLst>
            <pc:docMk/>
            <pc:sldMk cId="3007080041" sldId="264"/>
            <ac:graphicFrameMk id="28" creationId="{B3776ED2-42D7-43C9-935C-CFE1DF5CA188}"/>
          </ac:graphicFrameMkLst>
        </pc:graphicFrameChg>
        <pc:picChg chg="mod">
          <ac:chgData name="אריק ישר" userId="cc21a47ee986e509" providerId="LiveId" clId="{DC178A21-3D05-4799-8A98-9E7484384564}" dt="2020-04-30T12:51:22.528" v="335"/>
          <ac:picMkLst>
            <pc:docMk/>
            <pc:sldMk cId="3007080041" sldId="264"/>
            <ac:picMk id="1026" creationId="{36A0AFBA-CB03-4E8F-AB2E-E496810E1422}"/>
          </ac:picMkLst>
        </pc:picChg>
        <pc:picChg chg="mod">
          <ac:chgData name="אריק ישר" userId="cc21a47ee986e509" providerId="LiveId" clId="{DC178A21-3D05-4799-8A98-9E7484384564}" dt="2020-04-30T12:51:44.480" v="336"/>
          <ac:picMkLst>
            <pc:docMk/>
            <pc:sldMk cId="3007080041" sldId="264"/>
            <ac:picMk id="1028" creationId="{A62243D1-31BF-4A8F-9FD6-88CA02A8D4E7}"/>
          </ac:picMkLst>
        </pc:picChg>
      </pc:sldChg>
      <pc:sldChg chg="addSp modSp">
        <pc:chgData name="אריק ישר" userId="cc21a47ee986e509" providerId="LiveId" clId="{DC178A21-3D05-4799-8A98-9E7484384564}" dt="2020-04-30T12:58:40.788" v="414" actId="207"/>
        <pc:sldMkLst>
          <pc:docMk/>
          <pc:sldMk cId="1862570128" sldId="265"/>
        </pc:sldMkLst>
        <pc:graphicFrameChg chg="add mod">
          <ac:chgData name="אריק ישר" userId="cc21a47ee986e509" providerId="LiveId" clId="{DC178A21-3D05-4799-8A98-9E7484384564}" dt="2020-04-30T12:58:40.788" v="414" actId="207"/>
          <ac:graphicFrameMkLst>
            <pc:docMk/>
            <pc:sldMk cId="1862570128" sldId="265"/>
            <ac:graphicFrameMk id="12" creationId="{650DC251-71B2-46ED-A23B-153F7524FD50}"/>
          </ac:graphicFrameMkLst>
        </pc:graphicFrameChg>
      </pc:sldChg>
      <pc:sldChg chg="modSp mod">
        <pc:chgData name="אריק ישר" userId="cc21a47ee986e509" providerId="LiveId" clId="{DC178A21-3D05-4799-8A98-9E7484384564}" dt="2020-05-12T08:30:13.971" v="1075" actId="2165"/>
        <pc:sldMkLst>
          <pc:docMk/>
          <pc:sldMk cId="2586729492" sldId="266"/>
        </pc:sldMkLst>
        <pc:graphicFrameChg chg="modGraphic">
          <ac:chgData name="אריק ישר" userId="cc21a47ee986e509" providerId="LiveId" clId="{DC178A21-3D05-4799-8A98-9E7484384564}" dt="2020-05-12T08:30:13.971" v="1075" actId="2165"/>
          <ac:graphicFrameMkLst>
            <pc:docMk/>
            <pc:sldMk cId="2586729492" sldId="266"/>
            <ac:graphicFrameMk id="12" creationId="{E9130C37-0365-46F8-9CDF-E8C69C27D35D}"/>
          </ac:graphicFrameMkLst>
        </pc:graphicFrameChg>
      </pc:sldChg>
      <pc:sldChg chg="addSp delSp modSp mod">
        <pc:chgData name="אריק ישר" userId="cc21a47ee986e509" providerId="LiveId" clId="{DC178A21-3D05-4799-8A98-9E7484384564}" dt="2020-04-30T13:05:30.648" v="441" actId="478"/>
        <pc:sldMkLst>
          <pc:docMk/>
          <pc:sldMk cId="1226385691" sldId="267"/>
        </pc:sldMkLst>
        <pc:spChg chg="del mod">
          <ac:chgData name="אריק ישר" userId="cc21a47ee986e509" providerId="LiveId" clId="{DC178A21-3D05-4799-8A98-9E7484384564}" dt="2020-04-30T13:05:30.648" v="441" actId="478"/>
          <ac:spMkLst>
            <pc:docMk/>
            <pc:sldMk cId="1226385691" sldId="267"/>
            <ac:spMk id="11" creationId="{85C0423F-145C-450A-B294-86A47A0DF81F}"/>
          </ac:spMkLst>
        </pc:spChg>
        <pc:spChg chg="mod">
          <ac:chgData name="אריק ישר" userId="cc21a47ee986e509" providerId="LiveId" clId="{DC178A21-3D05-4799-8A98-9E7484384564}" dt="2020-04-30T13:05:23.243" v="439" actId="403"/>
          <ac:spMkLst>
            <pc:docMk/>
            <pc:sldMk cId="1226385691" sldId="267"/>
            <ac:spMk id="13" creationId="{03C7852D-5C39-424A-AD16-4849B14F528D}"/>
          </ac:spMkLst>
        </pc:spChg>
        <pc:graphicFrameChg chg="add mod">
          <ac:chgData name="אריק ישר" userId="cc21a47ee986e509" providerId="LiveId" clId="{DC178A21-3D05-4799-8A98-9E7484384564}" dt="2020-04-30T12:58:01.287" v="410" actId="478"/>
          <ac:graphicFrameMkLst>
            <pc:docMk/>
            <pc:sldMk cId="1226385691" sldId="267"/>
            <ac:graphicFrameMk id="16" creationId="{3075104C-AC80-482C-9AE8-4115B746B640}"/>
          </ac:graphicFrameMkLst>
        </pc:graphicFrameChg>
        <pc:picChg chg="add mod">
          <ac:chgData name="אריק ישר" userId="cc21a47ee986e509" providerId="LiveId" clId="{DC178A21-3D05-4799-8A98-9E7484384564}" dt="2020-04-30T13:01:22.489" v="424" actId="1076"/>
          <ac:picMkLst>
            <pc:docMk/>
            <pc:sldMk cId="1226385691" sldId="267"/>
            <ac:picMk id="17" creationId="{C9A7D190-787E-4ABC-AB08-AB1D6FC06BB5}"/>
          </ac:picMkLst>
        </pc:picChg>
      </pc:sldChg>
      <pc:sldChg chg="del modTransition">
        <pc:chgData name="אריק ישר" userId="cc21a47ee986e509" providerId="LiveId" clId="{DC178A21-3D05-4799-8A98-9E7484384564}" dt="2020-04-30T13:04:30.481" v="425" actId="47"/>
        <pc:sldMkLst>
          <pc:docMk/>
          <pc:sldMk cId="272364459" sldId="268"/>
        </pc:sldMkLst>
      </pc:sldChg>
      <pc:sldChg chg="addSp modSp">
        <pc:chgData name="אריק ישר" userId="cc21a47ee986e509" providerId="LiveId" clId="{DC178A21-3D05-4799-8A98-9E7484384564}" dt="2020-04-30T12:58:09.183" v="411" actId="478"/>
        <pc:sldMkLst>
          <pc:docMk/>
          <pc:sldMk cId="108018018" sldId="269"/>
        </pc:sldMkLst>
        <pc:graphicFrameChg chg="add mod">
          <ac:chgData name="אריק ישר" userId="cc21a47ee986e509" providerId="LiveId" clId="{DC178A21-3D05-4799-8A98-9E7484384564}" dt="2020-04-30T12:58:09.183" v="411" actId="478"/>
          <ac:graphicFrameMkLst>
            <pc:docMk/>
            <pc:sldMk cId="108018018" sldId="269"/>
            <ac:graphicFrameMk id="21" creationId="{7E42CDDD-9A0D-4216-8B0E-A2093E322D6E}"/>
          </ac:graphicFrameMkLst>
        </pc:graphicFrameChg>
      </pc:sldChg>
      <pc:sldChg chg="del">
        <pc:chgData name="אריק ישר" userId="cc21a47ee986e509" providerId="LiveId" clId="{DC178A21-3D05-4799-8A98-9E7484384564}" dt="2020-04-30T13:04:35.416" v="426" actId="47"/>
        <pc:sldMkLst>
          <pc:docMk/>
          <pc:sldMk cId="1900504438" sldId="271"/>
        </pc:sldMkLst>
      </pc:sldChg>
      <pc:sldChg chg="addSp modSp mod">
        <pc:chgData name="אריק ישר" userId="cc21a47ee986e509" providerId="LiveId" clId="{DC178A21-3D05-4799-8A98-9E7484384564}" dt="2020-04-30T12:59:11.131" v="418" actId="207"/>
        <pc:sldMkLst>
          <pc:docMk/>
          <pc:sldMk cId="414071661" sldId="272"/>
        </pc:sldMkLst>
        <pc:graphicFrameChg chg="add mod">
          <ac:chgData name="אריק ישר" userId="cc21a47ee986e509" providerId="LiveId" clId="{DC178A21-3D05-4799-8A98-9E7484384564}" dt="2020-04-30T12:59:11.131" v="418" actId="207"/>
          <ac:graphicFrameMkLst>
            <pc:docMk/>
            <pc:sldMk cId="414071661" sldId="272"/>
            <ac:graphicFrameMk id="12" creationId="{43172DBB-D8F8-45F9-BA63-71F1E9E1BED6}"/>
          </ac:graphicFrameMkLst>
        </pc:graphicFrameChg>
      </pc:sldChg>
      <pc:sldChg chg="del modTransition">
        <pc:chgData name="אריק ישר" userId="cc21a47ee986e509" providerId="LiveId" clId="{DC178A21-3D05-4799-8A98-9E7484384564}" dt="2020-04-30T14:06:42.051" v="792" actId="47"/>
        <pc:sldMkLst>
          <pc:docMk/>
          <pc:sldMk cId="1411247439" sldId="274"/>
        </pc:sldMkLst>
      </pc:sldChg>
      <pc:sldChg chg="del modTransition">
        <pc:chgData name="אריק ישר" userId="cc21a47ee986e509" providerId="LiveId" clId="{DC178A21-3D05-4799-8A98-9E7484384564}" dt="2020-04-30T14:52:14.942" v="1062" actId="47"/>
        <pc:sldMkLst>
          <pc:docMk/>
          <pc:sldMk cId="4141896293" sldId="275"/>
        </pc:sldMkLst>
      </pc:sldChg>
      <pc:sldChg chg="del">
        <pc:chgData name="אריק ישר" userId="cc21a47ee986e509" providerId="LiveId" clId="{DC178A21-3D05-4799-8A98-9E7484384564}" dt="2020-04-30T07:23:53.215" v="2" actId="47"/>
        <pc:sldMkLst>
          <pc:docMk/>
          <pc:sldMk cId="2128536031" sldId="276"/>
        </pc:sldMkLst>
      </pc:sldChg>
      <pc:sldChg chg="addSp delSp modSp new mod ord modAnim">
        <pc:chgData name="אריק ישר" userId="cc21a47ee986e509" providerId="LiveId" clId="{DC178A21-3D05-4799-8A98-9E7484384564}" dt="2020-04-30T14:53:33.861" v="1074"/>
        <pc:sldMkLst>
          <pc:docMk/>
          <pc:sldMk cId="2387474740" sldId="276"/>
        </pc:sldMkLst>
        <pc:spChg chg="del mod">
          <ac:chgData name="אריק ישר" userId="cc21a47ee986e509" providerId="LiveId" clId="{DC178A21-3D05-4799-8A98-9E7484384564}" dt="2020-04-30T13:07:34.682" v="457" actId="478"/>
          <ac:spMkLst>
            <pc:docMk/>
            <pc:sldMk cId="2387474740" sldId="276"/>
            <ac:spMk id="2" creationId="{AAADC0E0-9C82-4761-8147-5AC26E8B254D}"/>
          </ac:spMkLst>
        </pc:spChg>
        <pc:spChg chg="del">
          <ac:chgData name="אריק ישר" userId="cc21a47ee986e509" providerId="LiveId" clId="{DC178A21-3D05-4799-8A98-9E7484384564}" dt="2020-04-30T13:07:59.740" v="461" actId="478"/>
          <ac:spMkLst>
            <pc:docMk/>
            <pc:sldMk cId="2387474740" sldId="276"/>
            <ac:spMk id="3" creationId="{82432BB9-1000-4194-BD5F-7476C3A5E253}"/>
          </ac:spMkLst>
        </pc:spChg>
        <pc:spChg chg="add mod">
          <ac:chgData name="אריק ישר" userId="cc21a47ee986e509" providerId="LiveId" clId="{DC178A21-3D05-4799-8A98-9E7484384564}" dt="2020-04-30T13:07:38.772" v="458" actId="1076"/>
          <ac:spMkLst>
            <pc:docMk/>
            <pc:sldMk cId="2387474740" sldId="276"/>
            <ac:spMk id="4" creationId="{10456E58-D146-4185-A559-B201A974E056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7" creationId="{DF31929B-029E-4E19-A2CE-9BD210613D73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8" creationId="{2C87F308-6750-476E-AC46-362E3BB23D56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9" creationId="{6EE935EE-37A8-43B6-8D68-4BF3F5EB219A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10" creationId="{B5F86CBA-7E5D-4E18-8346-278BB92A25CD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11" creationId="{7CA754AA-510A-466D-889C-55E0E91281DA}"/>
          </ac:spMkLst>
        </pc:spChg>
        <pc:spChg chg="add mod">
          <ac:chgData name="אריק ישר" userId="cc21a47ee986e509" providerId="LiveId" clId="{DC178A21-3D05-4799-8A98-9E7484384564}" dt="2020-04-30T14:05:22.462" v="791" actId="1038"/>
          <ac:spMkLst>
            <pc:docMk/>
            <pc:sldMk cId="2387474740" sldId="276"/>
            <ac:spMk id="12" creationId="{A7B21042-CACA-45D9-90FB-ADAE122E6EFE}"/>
          </ac:spMkLst>
        </pc:spChg>
        <pc:graphicFrameChg chg="add mod modGraphic">
          <ac:chgData name="אריק ישר" userId="cc21a47ee986e509" providerId="LiveId" clId="{DC178A21-3D05-4799-8A98-9E7484384564}" dt="2020-04-30T14:53:22.998" v="1072" actId="1076"/>
          <ac:graphicFrameMkLst>
            <pc:docMk/>
            <pc:sldMk cId="2387474740" sldId="276"/>
            <ac:graphicFrameMk id="5" creationId="{CA00C383-3F8C-4980-B2B1-727393407043}"/>
          </ac:graphicFrameMkLst>
        </pc:graphicFrameChg>
        <pc:picChg chg="add mod">
          <ac:chgData name="אריק ישר" userId="cc21a47ee986e509" providerId="LiveId" clId="{DC178A21-3D05-4799-8A98-9E7484384564}" dt="2020-04-30T14:05:22.462" v="791" actId="1038"/>
          <ac:picMkLst>
            <pc:docMk/>
            <pc:sldMk cId="2387474740" sldId="276"/>
            <ac:picMk id="6" creationId="{51F0E34C-8BBB-4CC6-BD12-F4B3A5675162}"/>
          </ac:picMkLst>
        </pc:picChg>
      </pc:sldChg>
      <pc:sldChg chg="del">
        <pc:chgData name="אריק ישר" userId="cc21a47ee986e509" providerId="LiveId" clId="{DC178A21-3D05-4799-8A98-9E7484384564}" dt="2020-04-30T07:25:09.861" v="8" actId="47"/>
        <pc:sldMkLst>
          <pc:docMk/>
          <pc:sldMk cId="2660057308" sldId="277"/>
        </pc:sldMkLst>
      </pc:sldChg>
      <pc:sldChg chg="addSp delSp modSp add mod modTransition modAnim">
        <pc:chgData name="אריק ישר" userId="cc21a47ee986e509" providerId="LiveId" clId="{DC178A21-3D05-4799-8A98-9E7484384564}" dt="2020-04-30T14:52:17.984" v="1063" actId="478"/>
        <pc:sldMkLst>
          <pc:docMk/>
          <pc:sldMk cId="3949128540" sldId="277"/>
        </pc:sldMkLst>
        <pc:spChg chg="del">
          <ac:chgData name="אריק ישר" userId="cc21a47ee986e509" providerId="LiveId" clId="{DC178A21-3D05-4799-8A98-9E7484384564}" dt="2020-04-30T14:52:17.984" v="1063" actId="478"/>
          <ac:spMkLst>
            <pc:docMk/>
            <pc:sldMk cId="3949128540" sldId="277"/>
            <ac:spMk id="4" creationId="{800BADE7-0B22-4F4E-8B88-0816A51197D2}"/>
          </ac:spMkLst>
        </pc:spChg>
        <pc:spChg chg="add">
          <ac:chgData name="אריק ישר" userId="cc21a47ee986e509" providerId="LiveId" clId="{DC178A21-3D05-4799-8A98-9E7484384564}" dt="2020-04-30T14:19:20.470" v="796"/>
          <ac:spMkLst>
            <pc:docMk/>
            <pc:sldMk cId="3949128540" sldId="277"/>
            <ac:spMk id="8" creationId="{E971CFF6-0F92-4B1A-A9CD-A51589C00DF5}"/>
          </ac:spMkLst>
        </pc:spChg>
        <pc:spChg chg="add mod">
          <ac:chgData name="אריק ישר" userId="cc21a47ee986e509" providerId="LiveId" clId="{DC178A21-3D05-4799-8A98-9E7484384564}" dt="2020-04-30T14:43:43.149" v="963" actId="20577"/>
          <ac:spMkLst>
            <pc:docMk/>
            <pc:sldMk cId="3949128540" sldId="277"/>
            <ac:spMk id="9" creationId="{979520B5-7904-4B06-A59A-CAE9072BA2F8}"/>
          </ac:spMkLst>
        </pc:spChg>
        <pc:spChg chg="add mod">
          <ac:chgData name="אריק ישר" userId="cc21a47ee986e509" providerId="LiveId" clId="{DC178A21-3D05-4799-8A98-9E7484384564}" dt="2020-04-30T14:37:25.795" v="914" actId="14100"/>
          <ac:spMkLst>
            <pc:docMk/>
            <pc:sldMk cId="3949128540" sldId="277"/>
            <ac:spMk id="11" creationId="{F7082EE6-E301-4267-A0EF-729696F19641}"/>
          </ac:spMkLst>
        </pc:spChg>
        <pc:spChg chg="add mod ord">
          <ac:chgData name="אריק ישר" userId="cc21a47ee986e509" providerId="LiveId" clId="{DC178A21-3D05-4799-8A98-9E7484384564}" dt="2020-04-30T14:48:18.584" v="1019" actId="1076"/>
          <ac:spMkLst>
            <pc:docMk/>
            <pc:sldMk cId="3949128540" sldId="277"/>
            <ac:spMk id="15" creationId="{0D2DB4DD-DEBD-4F48-A51C-B3BF119E8D2F}"/>
          </ac:spMkLst>
        </pc:spChg>
        <pc:spChg chg="add mod">
          <ac:chgData name="אריק ישר" userId="cc21a47ee986e509" providerId="LiveId" clId="{DC178A21-3D05-4799-8A98-9E7484384564}" dt="2020-04-30T14:48:26.954" v="1020" actId="1076"/>
          <ac:spMkLst>
            <pc:docMk/>
            <pc:sldMk cId="3949128540" sldId="277"/>
            <ac:spMk id="16" creationId="{4B9E6ED4-5B37-4D5D-A61F-96CD2448B92A}"/>
          </ac:spMkLst>
        </pc:spChg>
        <pc:spChg chg="add mod">
          <ac:chgData name="אריק ישר" userId="cc21a47ee986e509" providerId="LiveId" clId="{DC178A21-3D05-4799-8A98-9E7484384564}" dt="2020-04-30T14:48:45.952" v="1022" actId="1076"/>
          <ac:spMkLst>
            <pc:docMk/>
            <pc:sldMk cId="3949128540" sldId="277"/>
            <ac:spMk id="18" creationId="{F028FCE8-C8CD-4003-9ACA-A86848B52AD8}"/>
          </ac:spMkLst>
        </pc:spChg>
        <pc:spChg chg="add mod">
          <ac:chgData name="אריק ישר" userId="cc21a47ee986e509" providerId="LiveId" clId="{DC178A21-3D05-4799-8A98-9E7484384564}" dt="2020-04-30T14:49:27.895" v="1042" actId="1076"/>
          <ac:spMkLst>
            <pc:docMk/>
            <pc:sldMk cId="3949128540" sldId="277"/>
            <ac:spMk id="19" creationId="{611CF70C-C707-40AA-B3D0-B146FDD13ADB}"/>
          </ac:spMkLst>
        </pc:spChg>
        <pc:spChg chg="add mod">
          <ac:chgData name="אריק ישר" userId="cc21a47ee986e509" providerId="LiveId" clId="{DC178A21-3D05-4799-8A98-9E7484384564}" dt="2020-04-30T14:49:59.562" v="1047" actId="1076"/>
          <ac:spMkLst>
            <pc:docMk/>
            <pc:sldMk cId="3949128540" sldId="277"/>
            <ac:spMk id="20" creationId="{3F462E68-6770-4AD4-976C-03439A21BE0A}"/>
          </ac:spMkLst>
        </pc:spChg>
        <pc:spChg chg="add mod">
          <ac:chgData name="אריק ישר" userId="cc21a47ee986e509" providerId="LiveId" clId="{DC178A21-3D05-4799-8A98-9E7484384564}" dt="2020-04-30T14:50:08.315" v="1049" actId="1076"/>
          <ac:spMkLst>
            <pc:docMk/>
            <pc:sldMk cId="3949128540" sldId="277"/>
            <ac:spMk id="21" creationId="{3ABBAD76-309E-4298-9547-404523224DF9}"/>
          </ac:spMkLst>
        </pc:spChg>
        <pc:picChg chg="del mod">
          <ac:chgData name="אריק ישר" userId="cc21a47ee986e509" providerId="LiveId" clId="{DC178A21-3D05-4799-8A98-9E7484384564}" dt="2020-04-30T14:37:08.521" v="911" actId="478"/>
          <ac:picMkLst>
            <pc:docMk/>
            <pc:sldMk cId="3949128540" sldId="277"/>
            <ac:picMk id="5" creationId="{5462F749-C869-4B70-8A15-89BD377BFC5A}"/>
          </ac:picMkLst>
        </pc:picChg>
        <pc:picChg chg="add mod">
          <ac:chgData name="אריק ישר" userId="cc21a47ee986e509" providerId="LiveId" clId="{DC178A21-3D05-4799-8A98-9E7484384564}" dt="2020-04-30T14:29:57.354" v="813" actId="14100"/>
          <ac:picMkLst>
            <pc:docMk/>
            <pc:sldMk cId="3949128540" sldId="277"/>
            <ac:picMk id="6" creationId="{718D3F24-0D49-4A36-8671-93FC6E5DC40B}"/>
          </ac:picMkLst>
        </pc:picChg>
        <pc:picChg chg="add del mod">
          <ac:chgData name="אריק ישר" userId="cc21a47ee986e509" providerId="LiveId" clId="{DC178A21-3D05-4799-8A98-9E7484384564}" dt="2020-04-30T14:40:30.680" v="922" actId="478"/>
          <ac:picMkLst>
            <pc:docMk/>
            <pc:sldMk cId="3949128540" sldId="277"/>
            <ac:picMk id="12" creationId="{252C5DF8-9BF8-4C46-ADD8-2DA8BBD700F0}"/>
          </ac:picMkLst>
        </pc:picChg>
        <pc:picChg chg="add mod">
          <ac:chgData name="אריק ישר" userId="cc21a47ee986e509" providerId="LiveId" clId="{DC178A21-3D05-4799-8A98-9E7484384564}" dt="2020-04-30T14:49:44.118" v="1045" actId="14100"/>
          <ac:picMkLst>
            <pc:docMk/>
            <pc:sldMk cId="3949128540" sldId="277"/>
            <ac:picMk id="14" creationId="{C12F4A44-7387-4AD9-BB3E-A55EF0A2B58F}"/>
          </ac:picMkLst>
        </pc:picChg>
        <pc:picChg chg="add mod">
          <ac:chgData name="אריק ישר" userId="cc21a47ee986e509" providerId="LiveId" clId="{DC178A21-3D05-4799-8A98-9E7484384564}" dt="2020-04-30T14:47:32.195" v="1012" actId="1076"/>
          <ac:picMkLst>
            <pc:docMk/>
            <pc:sldMk cId="3949128540" sldId="277"/>
            <ac:picMk id="17" creationId="{C8AD516A-AF5A-48EF-BCE0-C0079FF03D21}"/>
          </ac:picMkLst>
        </pc:picChg>
      </pc:sldChg>
      <pc:sldChg chg="del">
        <pc:chgData name="אריק ישר" userId="cc21a47ee986e509" providerId="LiveId" clId="{DC178A21-3D05-4799-8A98-9E7484384564}" dt="2020-04-30T07:25:10.640" v="9" actId="47"/>
        <pc:sldMkLst>
          <pc:docMk/>
          <pc:sldMk cId="2477603035" sldId="278"/>
        </pc:sldMkLst>
      </pc:sldChg>
      <pc:sldChg chg="del">
        <pc:chgData name="אריק ישר" userId="cc21a47ee986e509" providerId="LiveId" clId="{DC178A21-3D05-4799-8A98-9E7484384564}" dt="2020-04-30T07:25:09.104" v="7" actId="47"/>
        <pc:sldMkLst>
          <pc:docMk/>
          <pc:sldMk cId="3268265406" sldId="279"/>
        </pc:sldMkLst>
      </pc:sldChg>
    </pc:docChg>
  </pc:docChgLst>
  <pc:docChgLst>
    <pc:chgData name="אריק ישר" userId="cc21a47ee986e509" providerId="LiveId" clId="{95D2C037-C970-4F57-B47C-064D541D23C1}"/>
    <pc:docChg chg="undo custSel addSld delSld modSld sldOrd">
      <pc:chgData name="אריק ישר" userId="cc21a47ee986e509" providerId="LiveId" clId="{95D2C037-C970-4F57-B47C-064D541D23C1}" dt="2020-08-10T16:21:06.915" v="906" actId="21"/>
      <pc:docMkLst>
        <pc:docMk/>
      </pc:docMkLst>
      <pc:sldChg chg="addSp delSp modSp mod ord">
        <pc:chgData name="אריק ישר" userId="cc21a47ee986e509" providerId="LiveId" clId="{95D2C037-C970-4F57-B47C-064D541D23C1}" dt="2020-08-08T06:21:13.152" v="103"/>
        <pc:sldMkLst>
          <pc:docMk/>
          <pc:sldMk cId="1585892796" sldId="256"/>
        </pc:sldMkLst>
        <pc:spChg chg="mod">
          <ac:chgData name="אריק ישר" userId="cc21a47ee986e509" providerId="LiveId" clId="{95D2C037-C970-4F57-B47C-064D541D23C1}" dt="2020-08-08T05:37:09.435" v="2" actId="1076"/>
          <ac:spMkLst>
            <pc:docMk/>
            <pc:sldMk cId="1585892796" sldId="256"/>
            <ac:spMk id="2" creationId="{C111D963-0F8D-46F5-9D66-2215C196845F}"/>
          </ac:spMkLst>
        </pc:spChg>
        <pc:spChg chg="del">
          <ac:chgData name="אריק ישר" userId="cc21a47ee986e509" providerId="LiveId" clId="{95D2C037-C970-4F57-B47C-064D541D23C1}" dt="2020-08-08T05:37:04.400" v="0" actId="478"/>
          <ac:spMkLst>
            <pc:docMk/>
            <pc:sldMk cId="1585892796" sldId="256"/>
            <ac:spMk id="3" creationId="{03618953-1CA0-444C-9B35-65EFF69423FA}"/>
          </ac:spMkLst>
        </pc:spChg>
        <pc:spChg chg="add del mod">
          <ac:chgData name="אריק ישר" userId="cc21a47ee986e509" providerId="LiveId" clId="{95D2C037-C970-4F57-B47C-064D541D23C1}" dt="2020-08-08T05:37:06.741" v="1" actId="478"/>
          <ac:spMkLst>
            <pc:docMk/>
            <pc:sldMk cId="1585892796" sldId="256"/>
            <ac:spMk id="5" creationId="{04FC7C07-C373-45B2-92DA-E8131C0AF920}"/>
          </ac:spMkLst>
        </pc:spChg>
      </pc:sldChg>
      <pc:sldChg chg="addSp delSp modSp new del mod">
        <pc:chgData name="אריק ישר" userId="cc21a47ee986e509" providerId="LiveId" clId="{95D2C037-C970-4F57-B47C-064D541D23C1}" dt="2020-08-08T08:04:18.289" v="890" actId="47"/>
        <pc:sldMkLst>
          <pc:docMk/>
          <pc:sldMk cId="1527791143" sldId="257"/>
        </pc:sldMkLst>
        <pc:spChg chg="del">
          <ac:chgData name="אריק ישר" userId="cc21a47ee986e509" providerId="LiveId" clId="{95D2C037-C970-4F57-B47C-064D541D23C1}" dt="2020-08-08T05:37:29.101" v="15" actId="478"/>
          <ac:spMkLst>
            <pc:docMk/>
            <pc:sldMk cId="1527791143" sldId="257"/>
            <ac:spMk id="3" creationId="{9F0E45A4-B77F-46F8-9E33-0707305B38B1}"/>
          </ac:spMkLst>
        </pc:spChg>
        <pc:picChg chg="add mod modCrop">
          <ac:chgData name="אריק ישר" userId="cc21a47ee986e509" providerId="LiveId" clId="{95D2C037-C970-4F57-B47C-064D541D23C1}" dt="2020-08-08T05:49:49.218" v="25" actId="1076"/>
          <ac:picMkLst>
            <pc:docMk/>
            <pc:sldMk cId="1527791143" sldId="257"/>
            <ac:picMk id="5" creationId="{C96D14B6-9CE0-4638-85B8-02A1A0AF1712}"/>
          </ac:picMkLst>
        </pc:picChg>
        <pc:picChg chg="add">
          <ac:chgData name="אריק ישר" userId="cc21a47ee986e509" providerId="LiveId" clId="{95D2C037-C970-4F57-B47C-064D541D23C1}" dt="2020-08-08T05:58:09.125" v="101" actId="22"/>
          <ac:picMkLst>
            <pc:docMk/>
            <pc:sldMk cId="1527791143" sldId="257"/>
            <ac:picMk id="7" creationId="{1A160293-553F-4927-8447-A7C3B17EC72E}"/>
          </ac:picMkLst>
        </pc:picChg>
      </pc:sldChg>
      <pc:sldChg chg="addSp delSp modSp add mod">
        <pc:chgData name="אריק ישר" userId="cc21a47ee986e509" providerId="LiveId" clId="{95D2C037-C970-4F57-B47C-064D541D23C1}" dt="2020-08-10T16:21:06.915" v="906" actId="21"/>
        <pc:sldMkLst>
          <pc:docMk/>
          <pc:sldMk cId="1988907518" sldId="258"/>
        </pc:sldMkLst>
        <pc:spChg chg="mod">
          <ac:chgData name="אריק ישר" userId="cc21a47ee986e509" providerId="LiveId" clId="{95D2C037-C970-4F57-B47C-064D541D23C1}" dt="2020-08-08T05:52:04.084" v="37" actId="20577"/>
          <ac:spMkLst>
            <pc:docMk/>
            <pc:sldMk cId="1988907518" sldId="258"/>
            <ac:spMk id="2" creationId="{46D40EE6-B1DF-4A31-B3DE-9A82B41CAEEE}"/>
          </ac:spMkLst>
        </pc:spChg>
        <pc:spChg chg="add mod">
          <ac:chgData name="אריק ישר" userId="cc21a47ee986e509" providerId="LiveId" clId="{95D2C037-C970-4F57-B47C-064D541D23C1}" dt="2020-08-08T07:34:26.717" v="475" actId="20577"/>
          <ac:spMkLst>
            <pc:docMk/>
            <pc:sldMk cId="1988907518" sldId="258"/>
            <ac:spMk id="4" creationId="{29D5C50F-2A82-47FA-A288-3CC0992C4935}"/>
          </ac:spMkLst>
        </pc:spChg>
        <pc:spChg chg="add mod">
          <ac:chgData name="אריק ישר" userId="cc21a47ee986e509" providerId="LiveId" clId="{95D2C037-C970-4F57-B47C-064D541D23C1}" dt="2020-08-08T07:33:14.503" v="459" actId="1076"/>
          <ac:spMkLst>
            <pc:docMk/>
            <pc:sldMk cId="1988907518" sldId="258"/>
            <ac:spMk id="6" creationId="{C64F8959-E292-4B36-8495-DE9D6C769736}"/>
          </ac:spMkLst>
        </pc:spChg>
        <pc:spChg chg="add mod">
          <ac:chgData name="אריק ישר" userId="cc21a47ee986e509" providerId="LiveId" clId="{95D2C037-C970-4F57-B47C-064D541D23C1}" dt="2020-08-08T07:09:34.915" v="193" actId="1076"/>
          <ac:spMkLst>
            <pc:docMk/>
            <pc:sldMk cId="1988907518" sldId="258"/>
            <ac:spMk id="8" creationId="{3DCF7CE0-2708-4DF2-8705-0891E0452FA6}"/>
          </ac:spMkLst>
        </pc:spChg>
        <pc:spChg chg="add del mod">
          <ac:chgData name="אריק ישר" userId="cc21a47ee986e509" providerId="LiveId" clId="{95D2C037-C970-4F57-B47C-064D541D23C1}" dt="2020-08-08T08:32:45.445" v="896" actId="478"/>
          <ac:spMkLst>
            <pc:docMk/>
            <pc:sldMk cId="1988907518" sldId="258"/>
            <ac:spMk id="10" creationId="{B93B054D-1590-4934-AE5F-CB878D0065AB}"/>
          </ac:spMkLst>
        </pc:spChg>
        <pc:spChg chg="add mod">
          <ac:chgData name="אריק ישר" userId="cc21a47ee986e509" providerId="LiveId" clId="{95D2C037-C970-4F57-B47C-064D541D23C1}" dt="2020-08-08T07:09:13.968" v="188" actId="1076"/>
          <ac:spMkLst>
            <pc:docMk/>
            <pc:sldMk cId="1988907518" sldId="258"/>
            <ac:spMk id="12" creationId="{D8F9F92B-6A37-42F2-B9C6-390348201BB9}"/>
          </ac:spMkLst>
        </pc:spChg>
        <pc:spChg chg="add mod">
          <ac:chgData name="אריק ישר" userId="cc21a47ee986e509" providerId="LiveId" clId="{95D2C037-C970-4F57-B47C-064D541D23C1}" dt="2020-08-08T07:09:18.062" v="189" actId="1076"/>
          <ac:spMkLst>
            <pc:docMk/>
            <pc:sldMk cId="1988907518" sldId="258"/>
            <ac:spMk id="14" creationId="{20A35FFA-A5B2-4B71-8974-82FCC5812D24}"/>
          </ac:spMkLst>
        </pc:spChg>
        <pc:spChg chg="add del">
          <ac:chgData name="אריק ישר" userId="cc21a47ee986e509" providerId="LiveId" clId="{95D2C037-C970-4F57-B47C-064D541D23C1}" dt="2020-08-08T07:07:27.196" v="174" actId="478"/>
          <ac:spMkLst>
            <pc:docMk/>
            <pc:sldMk cId="1988907518" sldId="258"/>
            <ac:spMk id="15" creationId="{154A243A-A84C-4082-AD58-C2B40C8B83CE}"/>
          </ac:spMkLst>
        </pc:spChg>
        <pc:spChg chg="add mod ord">
          <ac:chgData name="אריק ישר" userId="cc21a47ee986e509" providerId="LiveId" clId="{95D2C037-C970-4F57-B47C-064D541D23C1}" dt="2020-08-08T08:01:46.354" v="855" actId="14100"/>
          <ac:spMkLst>
            <pc:docMk/>
            <pc:sldMk cId="1988907518" sldId="258"/>
            <ac:spMk id="16" creationId="{0C8F11A8-1BDC-49F0-AFF4-05CD0FF671D3}"/>
          </ac:spMkLst>
        </pc:spChg>
        <pc:spChg chg="add mod">
          <ac:chgData name="אריק ישר" userId="cc21a47ee986e509" providerId="LiveId" clId="{95D2C037-C970-4F57-B47C-064D541D23C1}" dt="2020-08-08T08:32:49.908" v="897" actId="1076"/>
          <ac:spMkLst>
            <pc:docMk/>
            <pc:sldMk cId="1988907518" sldId="258"/>
            <ac:spMk id="17" creationId="{E0215580-7E33-4B5F-AE78-F2B78B57AFD6}"/>
          </ac:spMkLst>
        </pc:spChg>
        <pc:spChg chg="add mod ord">
          <ac:chgData name="אריק ישר" userId="cc21a47ee986e509" providerId="LiveId" clId="{95D2C037-C970-4F57-B47C-064D541D23C1}" dt="2020-08-08T08:01:46.354" v="855" actId="14100"/>
          <ac:spMkLst>
            <pc:docMk/>
            <pc:sldMk cId="1988907518" sldId="258"/>
            <ac:spMk id="18" creationId="{EF76EE13-93AC-4FD0-B34F-E573818273DF}"/>
          </ac:spMkLst>
        </pc:spChg>
        <pc:spChg chg="add mod ord">
          <ac:chgData name="אריק ישר" userId="cc21a47ee986e509" providerId="LiveId" clId="{95D2C037-C970-4F57-B47C-064D541D23C1}" dt="2020-08-08T08:01:46.354" v="855" actId="14100"/>
          <ac:spMkLst>
            <pc:docMk/>
            <pc:sldMk cId="1988907518" sldId="258"/>
            <ac:spMk id="20" creationId="{4DD4BCBA-DAB3-4468-ADB4-907CD27A899D}"/>
          </ac:spMkLst>
        </pc:spChg>
        <pc:spChg chg="add mod ord">
          <ac:chgData name="אריק ישר" userId="cc21a47ee986e509" providerId="LiveId" clId="{95D2C037-C970-4F57-B47C-064D541D23C1}" dt="2020-08-08T08:01:58.024" v="858" actId="14100"/>
          <ac:spMkLst>
            <pc:docMk/>
            <pc:sldMk cId="1988907518" sldId="258"/>
            <ac:spMk id="21" creationId="{15BB4662-8062-48C2-B3A4-4F8199DAF663}"/>
          </ac:spMkLst>
        </pc:spChg>
        <pc:spChg chg="add mod">
          <ac:chgData name="אריק ישר" userId="cc21a47ee986e509" providerId="LiveId" clId="{95D2C037-C970-4F57-B47C-064D541D23C1}" dt="2020-08-10T16:21:06.915" v="906" actId="21"/>
          <ac:spMkLst>
            <pc:docMk/>
            <pc:sldMk cId="1988907518" sldId="258"/>
            <ac:spMk id="22" creationId="{11CCE887-A6D5-4A13-B315-CAF293B279E5}"/>
          </ac:spMkLst>
        </pc:spChg>
        <pc:spChg chg="add mod">
          <ac:chgData name="אריק ישר" userId="cc21a47ee986e509" providerId="LiveId" clId="{95D2C037-C970-4F57-B47C-064D541D23C1}" dt="2020-08-08T08:03:16.253" v="874" actId="14100"/>
          <ac:spMkLst>
            <pc:docMk/>
            <pc:sldMk cId="1988907518" sldId="258"/>
            <ac:spMk id="24" creationId="{438A67DC-5110-4B03-9886-2962BF615281}"/>
          </ac:spMkLst>
        </pc:spChg>
        <pc:picChg chg="del">
          <ac:chgData name="אריק ישר" userId="cc21a47ee986e509" providerId="LiveId" clId="{95D2C037-C970-4F57-B47C-064D541D23C1}" dt="2020-08-08T05:52:07.357" v="38" actId="478"/>
          <ac:picMkLst>
            <pc:docMk/>
            <pc:sldMk cId="1988907518" sldId="258"/>
            <ac:picMk id="5" creationId="{C96D14B6-9CE0-4638-85B8-02A1A0AF1712}"/>
          </ac:picMkLst>
        </pc:picChg>
      </pc:sldChg>
      <pc:sldChg chg="addSp delSp modSp add del mod">
        <pc:chgData name="אריק ישר" userId="cc21a47ee986e509" providerId="LiveId" clId="{95D2C037-C970-4F57-B47C-064D541D23C1}" dt="2020-08-08T08:04:16.238" v="889" actId="47"/>
        <pc:sldMkLst>
          <pc:docMk/>
          <pc:sldMk cId="204368829" sldId="259"/>
        </pc:sldMkLst>
        <pc:spChg chg="mod">
          <ac:chgData name="אריק ישר" userId="cc21a47ee986e509" providerId="LiveId" clId="{95D2C037-C970-4F57-B47C-064D541D23C1}" dt="2020-08-08T06:54:34.833" v="120" actId="20577"/>
          <ac:spMkLst>
            <pc:docMk/>
            <pc:sldMk cId="204368829" sldId="259"/>
            <ac:spMk id="2" creationId="{46D40EE6-B1DF-4A31-B3DE-9A82B41CAEEE}"/>
          </ac:spMkLst>
        </pc:spChg>
        <pc:spChg chg="mod">
          <ac:chgData name="אריק ישר" userId="cc21a47ee986e509" providerId="LiveId" clId="{95D2C037-C970-4F57-B47C-064D541D23C1}" dt="2020-08-08T06:54:49.615" v="138" actId="20577"/>
          <ac:spMkLst>
            <pc:docMk/>
            <pc:sldMk cId="204368829" sldId="259"/>
            <ac:spMk id="4" creationId="{29D5C50F-2A82-47FA-A288-3CC0992C4935}"/>
          </ac:spMkLst>
        </pc:spChg>
        <pc:spChg chg="del">
          <ac:chgData name="אריק ישר" userId="cc21a47ee986e509" providerId="LiveId" clId="{95D2C037-C970-4F57-B47C-064D541D23C1}" dt="2020-08-08T06:54:58.549" v="141" actId="478"/>
          <ac:spMkLst>
            <pc:docMk/>
            <pc:sldMk cId="204368829" sldId="259"/>
            <ac:spMk id="6" creationId="{C64F8959-E292-4B36-8495-DE9D6C769736}"/>
          </ac:spMkLst>
        </pc:spChg>
        <pc:spChg chg="del">
          <ac:chgData name="אריק ישר" userId="cc21a47ee986e509" providerId="LiveId" clId="{95D2C037-C970-4F57-B47C-064D541D23C1}" dt="2020-08-08T06:54:56.085" v="140" actId="478"/>
          <ac:spMkLst>
            <pc:docMk/>
            <pc:sldMk cId="204368829" sldId="259"/>
            <ac:spMk id="8" creationId="{3DCF7CE0-2708-4DF2-8705-0891E0452FA6}"/>
          </ac:spMkLst>
        </pc:spChg>
        <pc:spChg chg="del">
          <ac:chgData name="אריק ישר" userId="cc21a47ee986e509" providerId="LiveId" clId="{95D2C037-C970-4F57-B47C-064D541D23C1}" dt="2020-08-08T06:54:53.269" v="139" actId="478"/>
          <ac:spMkLst>
            <pc:docMk/>
            <pc:sldMk cId="204368829" sldId="259"/>
            <ac:spMk id="10" creationId="{B93B054D-1590-4934-AE5F-CB878D0065AB}"/>
          </ac:spMkLst>
        </pc:spChg>
        <pc:picChg chg="add mod">
          <ac:chgData name="אריק ישר" userId="cc21a47ee986e509" providerId="LiveId" clId="{95D2C037-C970-4F57-B47C-064D541D23C1}" dt="2020-08-08T06:55:08.872" v="143" actId="1076"/>
          <ac:picMkLst>
            <pc:docMk/>
            <pc:sldMk cId="204368829" sldId="259"/>
            <ac:picMk id="3" creationId="{FCE488C6-6E6C-47C3-9CC9-C6385FC1EB98}"/>
          </ac:picMkLst>
        </pc:picChg>
      </pc:sldChg>
      <pc:sldChg chg="del">
        <pc:chgData name="אריק ישר" userId="cc21a47ee986e509" providerId="LiveId" clId="{95D2C037-C970-4F57-B47C-064D541D23C1}" dt="2020-08-08T05:37:15.814" v="4" actId="47"/>
        <pc:sldMkLst>
          <pc:docMk/>
          <pc:sldMk cId="1584896767" sldId="261"/>
        </pc:sldMkLst>
      </pc:sldChg>
      <pc:sldChg chg="del">
        <pc:chgData name="אריק ישר" userId="cc21a47ee986e509" providerId="LiveId" clId="{95D2C037-C970-4F57-B47C-064D541D23C1}" dt="2020-08-08T05:37:19.564" v="5" actId="47"/>
        <pc:sldMkLst>
          <pc:docMk/>
          <pc:sldMk cId="1152295750" sldId="262"/>
        </pc:sldMkLst>
      </pc:sldChg>
      <pc:sldChg chg="del">
        <pc:chgData name="אריק ישר" userId="cc21a47ee986e509" providerId="LiveId" clId="{95D2C037-C970-4F57-B47C-064D541D23C1}" dt="2020-08-08T05:37:13.371" v="3" actId="47"/>
        <pc:sldMkLst>
          <pc:docMk/>
          <pc:sldMk cId="1734173618" sldId="263"/>
        </pc:sldMkLst>
      </pc:sldChg>
      <pc:sldChg chg="del">
        <pc:chgData name="אריק ישר" userId="cc21a47ee986e509" providerId="LiveId" clId="{95D2C037-C970-4F57-B47C-064D541D23C1}" dt="2020-08-08T05:37:19.880" v="6" actId="47"/>
        <pc:sldMkLst>
          <pc:docMk/>
          <pc:sldMk cId="3007080041" sldId="264"/>
        </pc:sldMkLst>
      </pc:sldChg>
      <pc:sldChg chg="del">
        <pc:chgData name="אריק ישר" userId="cc21a47ee986e509" providerId="LiveId" clId="{95D2C037-C970-4F57-B47C-064D541D23C1}" dt="2020-08-08T05:37:21.828" v="10" actId="47"/>
        <pc:sldMkLst>
          <pc:docMk/>
          <pc:sldMk cId="1862570128" sldId="265"/>
        </pc:sldMkLst>
      </pc:sldChg>
      <pc:sldChg chg="del">
        <pc:chgData name="אריק ישר" userId="cc21a47ee986e509" providerId="LiveId" clId="{95D2C037-C970-4F57-B47C-064D541D23C1}" dt="2020-08-08T05:37:22.099" v="11" actId="47"/>
        <pc:sldMkLst>
          <pc:docMk/>
          <pc:sldMk cId="2586729492" sldId="266"/>
        </pc:sldMkLst>
      </pc:sldChg>
      <pc:sldChg chg="del">
        <pc:chgData name="אריק ישר" userId="cc21a47ee986e509" providerId="LiveId" clId="{95D2C037-C970-4F57-B47C-064D541D23C1}" dt="2020-08-08T05:37:21.231" v="9" actId="47"/>
        <pc:sldMkLst>
          <pc:docMk/>
          <pc:sldMk cId="1226385691" sldId="267"/>
        </pc:sldMkLst>
      </pc:sldChg>
      <pc:sldChg chg="del">
        <pc:chgData name="אריק ישר" userId="cc21a47ee986e509" providerId="LiveId" clId="{95D2C037-C970-4F57-B47C-064D541D23C1}" dt="2020-08-08T05:37:20.816" v="8" actId="47"/>
        <pc:sldMkLst>
          <pc:docMk/>
          <pc:sldMk cId="108018018" sldId="269"/>
        </pc:sldMkLst>
      </pc:sldChg>
      <pc:sldChg chg="del">
        <pc:chgData name="אריק ישר" userId="cc21a47ee986e509" providerId="LiveId" clId="{95D2C037-C970-4F57-B47C-064D541D23C1}" dt="2020-08-08T05:37:23.015" v="13" actId="47"/>
        <pc:sldMkLst>
          <pc:docMk/>
          <pc:sldMk cId="414071661" sldId="272"/>
        </pc:sldMkLst>
      </pc:sldChg>
      <pc:sldChg chg="del">
        <pc:chgData name="אריק ישר" userId="cc21a47ee986e509" providerId="LiveId" clId="{95D2C037-C970-4F57-B47C-064D541D23C1}" dt="2020-08-08T05:37:20.263" v="7" actId="47"/>
        <pc:sldMkLst>
          <pc:docMk/>
          <pc:sldMk cId="2387474740" sldId="276"/>
        </pc:sldMkLst>
      </pc:sldChg>
      <pc:sldChg chg="del">
        <pc:chgData name="אריק ישר" userId="cc21a47ee986e509" providerId="LiveId" clId="{95D2C037-C970-4F57-B47C-064D541D23C1}" dt="2020-08-08T05:37:22.427" v="12" actId="47"/>
        <pc:sldMkLst>
          <pc:docMk/>
          <pc:sldMk cId="3949128540" sldId="2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6B581730-366D-4862-9550-79D748CBF5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C0E8459-300B-491F-ABA9-D6C1EC2AA8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25CC25B0-7746-43E1-AC35-6A7194F26EB7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B27DA16-03CE-4B1E-9286-8F311C1B5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5E919E4-D700-4E90-A433-27F5EBB20E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0E0C4CB0-B7EB-433B-BCEC-07F94B54933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7509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D246110B-510F-42FD-8C97-89870F484394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40FE70EE-6334-43DD-B76D-E58A0EA54F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288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24A2AB-2841-4CF6-88AF-D7EF21EE29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600200"/>
            <a:ext cx="9144000" cy="903288"/>
          </a:xfrm>
        </p:spPr>
        <p:txBody>
          <a:bodyPr anchor="b"/>
          <a:lstStyle>
            <a:lvl1pPr algn="ctr">
              <a:defRPr sz="6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he-IL" dirty="0"/>
              <a:t>חומר עזר לשיעור</a:t>
            </a:r>
            <a:endParaRPr lang="en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DD36488-64D4-4D2B-B13D-ABB4A5F55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0F1E58C-2645-40F4-844E-2B3AEAEA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CFCD59E-1898-4EB8-A510-4BD6E8F1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DF18A6-DF1A-4152-A412-0A3E303C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9EAA61C1-18E5-4F7C-9641-8975CC6B680F}"/>
              </a:ext>
            </a:extLst>
          </p:cNvPr>
          <p:cNvGrpSpPr/>
          <p:nvPr userDrawn="1"/>
        </p:nvGrpSpPr>
        <p:grpSpPr>
          <a:xfrm>
            <a:off x="79692" y="95217"/>
            <a:ext cx="982876" cy="900177"/>
            <a:chOff x="5380485" y="2778499"/>
            <a:chExt cx="1158005" cy="1052096"/>
          </a:xfrm>
        </p:grpSpPr>
        <p:sp>
          <p:nvSpPr>
            <p:cNvPr id="8" name="תרשים זרימה: מחבר 7">
              <a:extLst>
                <a:ext uri="{FF2B5EF4-FFF2-40B4-BE49-F238E27FC236}">
                  <a16:creationId xmlns:a16="http://schemas.microsoft.com/office/drawing/2014/main" id="{5AD33F31-59AB-4D36-B730-1AC9C3D4994A}"/>
                </a:ext>
              </a:extLst>
            </p:cNvPr>
            <p:cNvSpPr/>
            <p:nvPr/>
          </p:nvSpPr>
          <p:spPr>
            <a:xfrm>
              <a:off x="5380485" y="2778499"/>
              <a:ext cx="1158005" cy="1052096"/>
            </a:xfrm>
            <a:prstGeom prst="flowChartConnector">
              <a:avLst/>
            </a:prstGeom>
            <a:solidFill>
              <a:schemeClr val="accent4"/>
            </a:solidFill>
            <a:ln w="57150" cmpd="thickThin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9" name="מחבר ישר 8">
              <a:extLst>
                <a:ext uri="{FF2B5EF4-FFF2-40B4-BE49-F238E27FC236}">
                  <a16:creationId xmlns:a16="http://schemas.microsoft.com/office/drawing/2014/main" id="{25F3051E-FA4B-40E3-9FC6-D72F3DCDD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867" y="2842054"/>
              <a:ext cx="465666" cy="76474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מחבר ישר 9">
              <a:extLst>
                <a:ext uri="{FF2B5EF4-FFF2-40B4-BE49-F238E27FC236}">
                  <a16:creationId xmlns:a16="http://schemas.microsoft.com/office/drawing/2014/main" id="{613FB8C7-0D23-478C-B3D9-3A3C5FB07A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0533" y="2842054"/>
              <a:ext cx="464020" cy="76474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ישר 10">
              <a:extLst>
                <a:ext uri="{FF2B5EF4-FFF2-40B4-BE49-F238E27FC236}">
                  <a16:creationId xmlns:a16="http://schemas.microsoft.com/office/drawing/2014/main" id="{2453C1ED-836A-4339-9167-5837CDC83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0615" y="3075067"/>
              <a:ext cx="430854" cy="2140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משולש שווה-שוקיים 11">
              <a:extLst>
                <a:ext uri="{FF2B5EF4-FFF2-40B4-BE49-F238E27FC236}">
                  <a16:creationId xmlns:a16="http://schemas.microsoft.com/office/drawing/2014/main" id="{D50BB1C9-42B9-48EC-9FF6-96B5CB1D744B}"/>
                </a:ext>
              </a:extLst>
            </p:cNvPr>
            <p:cNvSpPr/>
            <p:nvPr/>
          </p:nvSpPr>
          <p:spPr>
            <a:xfrm>
              <a:off x="5890603" y="2778499"/>
              <a:ext cx="139286" cy="14475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136613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F47B1A-D9A1-44A4-8468-F28E2C24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85208"/>
            <a:ext cx="12031132" cy="1325563"/>
          </a:xfrm>
        </p:spPr>
        <p:txBody>
          <a:bodyPr>
            <a:normAutofit/>
          </a:bodyPr>
          <a:lstStyle>
            <a:lvl1pPr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BDB403-DA34-4D7D-A667-926D6D32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3C54F80-772D-438F-B33A-7932F972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101B6B8-D4FD-40FB-B472-649D6249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DFCEB51-E3D0-40F6-B40F-B2AE7422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C1C4301D-6DB9-4176-8006-60BEADE4DED0}"/>
              </a:ext>
            </a:extLst>
          </p:cNvPr>
          <p:cNvCxnSpPr>
            <a:cxnSpLocks/>
          </p:cNvCxnSpPr>
          <p:nvPr userDrawn="1"/>
        </p:nvCxnSpPr>
        <p:spPr>
          <a:xfrm flipH="1">
            <a:off x="423334" y="787400"/>
            <a:ext cx="1152313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C8046551-374B-4C55-B059-CD1BC6E818BB}"/>
              </a:ext>
            </a:extLst>
          </p:cNvPr>
          <p:cNvGrpSpPr/>
          <p:nvPr userDrawn="1"/>
        </p:nvGrpSpPr>
        <p:grpSpPr>
          <a:xfrm>
            <a:off x="79692" y="95217"/>
            <a:ext cx="982876" cy="900177"/>
            <a:chOff x="5380485" y="2778499"/>
            <a:chExt cx="1158005" cy="1052096"/>
          </a:xfrm>
        </p:grpSpPr>
        <p:sp>
          <p:nvSpPr>
            <p:cNvPr id="11" name="תרשים זרימה: מחבר 10">
              <a:extLst>
                <a:ext uri="{FF2B5EF4-FFF2-40B4-BE49-F238E27FC236}">
                  <a16:creationId xmlns:a16="http://schemas.microsoft.com/office/drawing/2014/main" id="{9FED2BA4-DCF3-4F18-AB31-4E15BC45449F}"/>
                </a:ext>
              </a:extLst>
            </p:cNvPr>
            <p:cNvSpPr/>
            <p:nvPr/>
          </p:nvSpPr>
          <p:spPr>
            <a:xfrm>
              <a:off x="5380485" y="2778499"/>
              <a:ext cx="1158005" cy="1052096"/>
            </a:xfrm>
            <a:prstGeom prst="flowChartConnector">
              <a:avLst/>
            </a:prstGeom>
            <a:solidFill>
              <a:schemeClr val="accent4"/>
            </a:solidFill>
            <a:ln w="57150" cmpd="thickThin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2" name="מחבר ישר 11">
              <a:extLst>
                <a:ext uri="{FF2B5EF4-FFF2-40B4-BE49-F238E27FC236}">
                  <a16:creationId xmlns:a16="http://schemas.microsoft.com/office/drawing/2014/main" id="{C70F0C26-EA1D-4806-9331-D38480443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867" y="2842054"/>
              <a:ext cx="465666" cy="76474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ישר 12">
              <a:extLst>
                <a:ext uri="{FF2B5EF4-FFF2-40B4-BE49-F238E27FC236}">
                  <a16:creationId xmlns:a16="http://schemas.microsoft.com/office/drawing/2014/main" id="{4E0A7969-0706-49A2-8741-79C0F1A81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0533" y="2842054"/>
              <a:ext cx="464020" cy="76474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מחבר ישר 13">
              <a:extLst>
                <a:ext uri="{FF2B5EF4-FFF2-40B4-BE49-F238E27FC236}">
                  <a16:creationId xmlns:a16="http://schemas.microsoft.com/office/drawing/2014/main" id="{B4F7515A-1A0A-434B-B1F3-6744B3E6BF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0615" y="3075067"/>
              <a:ext cx="430854" cy="2140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משולש שווה-שוקיים 14">
              <a:extLst>
                <a:ext uri="{FF2B5EF4-FFF2-40B4-BE49-F238E27FC236}">
                  <a16:creationId xmlns:a16="http://schemas.microsoft.com/office/drawing/2014/main" id="{6AD206FB-88AB-4A9C-8D22-E470E1C9A116}"/>
                </a:ext>
              </a:extLst>
            </p:cNvPr>
            <p:cNvSpPr/>
            <p:nvPr/>
          </p:nvSpPr>
          <p:spPr>
            <a:xfrm>
              <a:off x="5890603" y="2778499"/>
              <a:ext cx="139286" cy="14475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739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3622E2-9102-450A-87C9-4D955C51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79CA203-387E-4732-90F5-7C9484883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0F517FE-F260-43E7-97F8-3B9A2853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A1980C4-9BE1-4266-8F62-CB6361F7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78C0B9C-ACF2-480B-BAFF-32863E32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174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8377A2-1DD0-4D15-AB5B-A3A663F6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F9A1E0-65E7-43A3-809C-D5F27EEA6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EA99111-4381-41A9-ADB9-FE4B3E71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0925333-07BB-4335-92D7-263E5CE5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EAE8914-EEDA-4936-BF79-7269C2F3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25758A-1DC9-4FF5-A7BA-4BBC190B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664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00390A-5B58-4B25-857A-4C53CF5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EC34451-A013-405C-8BD8-43E71D96C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AEFFD6D-29F3-427E-91DC-C41D0F76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1E508F6-FA6C-4D49-ACDC-DBDD9A533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6C56B08-260F-4FDE-9C23-24632A246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59A83CC-D963-4E17-A9AD-57190DA5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AA49121-4A56-41F7-A664-92E3F290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6D8A07B-D23E-43A7-9E91-70E81954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839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B0EF84-0359-40B8-AB05-4FE86058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D964461-EC1A-46ED-9135-5162B05E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23603B0-BE39-4C2A-B10C-A1695B3C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9BECFF0-6899-449E-86C3-FE2BFDDA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334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2A9DC2A-A32D-456F-9649-E680ABE5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A3CF483-EF71-4FDA-A547-A406F406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75A4975-E8C7-4D03-97D2-9186F72D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731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1897BA-64E5-499E-BE4D-32D324A8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B32B4B7-23A8-4CD1-8216-C66DD76D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B08E9E8-65F2-4B5B-8720-30F5F023D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8179F38-60E7-4AA3-AA34-BF0D8C3F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CB9CC72-6330-4D1B-8227-AA375BDD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CF4397D-4B89-4758-80D8-F6A65DC7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964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C336F7-B5D5-4218-84B7-D52681E0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93ACA19-F7AD-4798-B0A9-AC618DCC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44BFF08-D22C-45CC-B5AF-642E14DF7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CB33F65-5FE9-4A9F-9793-4378EE1A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7E86BBC-FF2D-4B15-AB03-5A065D9C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DDC1C0D-743A-4A19-885B-76DA47E7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151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879BE0-7A3E-49C8-9FAE-91440D4B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B850812-82BF-44CA-9D70-4D36CC7CB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7A55BC-87C5-423C-AE6A-37C41D02C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43CD21-9EEA-4826-A7F9-A04EAFD8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B74A32-CC6B-4938-A90F-F1CF2A08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73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B62DA08-A709-428C-B212-D9B79617F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F9D59C3-AC24-4E5E-B922-AF8F19A03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119458-9A50-4857-89A3-2D1E5051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C94E4-4473-4C0E-A374-3B6908BD0C53}" type="datetimeFigureOut">
              <a:rPr lang="en-IL" smtClean="0"/>
              <a:t>09/06/2024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39778A-2EA2-4969-8961-7B745D9A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0C2973-481F-40CA-BC53-27097ACF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89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2AD88DD-3981-45A1-BEF3-4283D4F7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0B46428-623D-41B6-9B6C-CB2D9270F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80BAD48-F8A1-49F3-90CE-6DCB85D05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C94E4-4473-4C0E-A374-3B6908BD0C53}" type="datetimeFigureOut">
              <a:rPr lang="en-IL" smtClean="0"/>
              <a:t>09/06/2024</a:t>
            </a:fld>
            <a:endParaRPr lang="en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65FA6B-D95A-466B-98CD-2C0B0C1C1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66D0C2-DFDF-4D19-BCD3-3FFE383D5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E2C8D-758F-43D5-B4D0-F58E384CE7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918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d5HW2zQHQR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11D963-0F8D-46F5-9D66-2215C196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5738" y="2787869"/>
            <a:ext cx="9144000" cy="903288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שיעור </a:t>
            </a:r>
            <a:r>
              <a:rPr lang="he-IL" dirty="0"/>
              <a:t>2</a:t>
            </a:r>
            <a:b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מבוא לפעולות</a:t>
            </a:r>
            <a:endParaRPr lang="en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1313178-2CDE-4000-817D-523EAE5B3556}"/>
              </a:ext>
            </a:extLst>
          </p:cNvPr>
          <p:cNvSpPr txBox="1">
            <a:spLocks/>
          </p:cNvSpPr>
          <p:nvPr/>
        </p:nvSpPr>
        <p:spPr>
          <a:xfrm>
            <a:off x="322172" y="3239513"/>
            <a:ext cx="12031132" cy="132556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 sz="4800" dirty="0"/>
          </a:p>
        </p:txBody>
      </p:sp>
    </p:spTree>
    <p:extLst>
      <p:ext uri="{BB962C8B-B14F-4D97-AF65-F5344CB8AC3E}">
        <p14:creationId xmlns:p14="http://schemas.microsoft.com/office/powerpoint/2010/main" val="158589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הפעולה הראשית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20337" y="114035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בשפת </a:t>
            </a:r>
            <a:r>
              <a:rPr lang="he-IL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פייתון</a:t>
            </a: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חשוב להתרגל לכתוב את כל ההוראות </a:t>
            </a:r>
            <a:r>
              <a:rPr lang="he-IL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בתוך פעולות</a:t>
            </a:r>
          </a:p>
          <a:p>
            <a:pPr marL="457200" indent="-457200">
              <a:buFont typeface="+mj-lt"/>
              <a:buAutoNum type="arabicPeriod"/>
            </a:pPr>
            <a:r>
              <a:rPr lang="he-IL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בפייתון</a:t>
            </a: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קיימת </a:t>
            </a:r>
            <a:r>
              <a:rPr lang="he-IL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תבנית פעולה ראשית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מומלץ </a:t>
            </a:r>
            <a:r>
              <a:rPr lang="he-IL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להתרגל</a:t>
            </a: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ולרשום את הפקודות הראשיות בתבנית הפעולה הראשית</a:t>
            </a:r>
          </a:p>
          <a:p>
            <a:pPr marL="457200" indent="-457200">
              <a:buFont typeface="+mj-lt"/>
              <a:buAutoNum type="arabicPeriod"/>
            </a:pP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הגדרת התבנית מתבצעת</a:t>
            </a:r>
            <a:r>
              <a:rPr lang="he-IL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לפני </a:t>
            </a: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הפקודות</a:t>
            </a:r>
          </a:p>
          <a:p>
            <a:pPr marL="457200" indent="-457200">
              <a:buFont typeface="+mj-lt"/>
              <a:buAutoNum type="arabicPeriod"/>
            </a:pP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הפעלת/קריאה לפעולות מתבצע </a:t>
            </a:r>
            <a:r>
              <a:rPr lang="he-IL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אחרי</a:t>
            </a:r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כתיבת הפקודות.</a:t>
            </a:r>
          </a:p>
          <a:p>
            <a:pPr marL="0" indent="0">
              <a:buNone/>
            </a:pPr>
            <a:endParaRPr lang="he-IL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CFC6153-9F12-4870-984A-FBBC866143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44"/>
          <a:stretch/>
        </p:blipFill>
        <p:spPr>
          <a:xfrm>
            <a:off x="836879" y="3429000"/>
            <a:ext cx="9675002" cy="28833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279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הזחה-</a:t>
            </a:r>
            <a:r>
              <a:rPr lang="en-US" dirty="0"/>
              <a:t>Indent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392703" y="1235888"/>
            <a:ext cx="10515600" cy="5340009"/>
          </a:xfrm>
        </p:spPr>
        <p:txBody>
          <a:bodyPr>
            <a:normAutofit lnSpcReduction="10000"/>
          </a:bodyPr>
          <a:lstStyle/>
          <a:p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הזחה הינה הזזת תחילתה של שורה קדימה והרחקתה מהשוליים הקודמים.</a:t>
            </a: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Kitchen</a:t>
            </a: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stove</a:t>
            </a: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oven</a:t>
            </a: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Living room</a:t>
            </a: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000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tv</a:t>
            </a:r>
            <a:endParaRPr lang="en-US" sz="20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l" rtl="0">
              <a:buNone/>
            </a:pP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couch	</a:t>
            </a:r>
            <a:endParaRPr lang="he-IL" sz="24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כאשר אנחנו מתכנתים חשוב לשמור על סדר וארגון של </a:t>
            </a:r>
            <a:r>
              <a:rPr lang="he-IL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תוכנית</a:t>
            </a: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.</a:t>
            </a:r>
          </a:p>
          <a:p>
            <a:pPr marL="0" indent="0">
              <a:buNone/>
            </a:pP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ההזחה קובעת כי ההוראה או סדרת הוראות נמצאת בתוך פעולה/תנאי/לולאה המוגדרת בשורה שמעליה.</a:t>
            </a:r>
          </a:p>
          <a:p>
            <a:pPr marL="0" indent="0">
              <a:buNone/>
            </a:pP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ברוב השפות ההזחה מומלצת/מקובלת אבל </a:t>
            </a:r>
            <a:r>
              <a:rPr lang="he-IL" sz="2400" dirty="0" err="1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בפייתון</a:t>
            </a:r>
            <a:r>
              <a:rPr lang="he-IL" sz="24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היא הכרחית. </a:t>
            </a: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שורה שלא </a:t>
            </a:r>
            <a:r>
              <a:rPr lang="he-IL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מוזחת</a:t>
            </a:r>
            <a:r>
              <a:rPr lang="he-IL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לא תחשב כחלק מהפעולה ולכן היא תנאי.</a:t>
            </a:r>
          </a:p>
          <a:p>
            <a:pPr marL="0" indent="0">
              <a:buNone/>
            </a:pPr>
            <a:endParaRPr lang="he-IL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he-IL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הזחה מתבצעת ע"י מקש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  </a:t>
            </a:r>
            <a:r>
              <a:rPr lang="he-IL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או ארבעה סימני רווח</a:t>
            </a:r>
          </a:p>
        </p:txBody>
      </p:sp>
    </p:spTree>
    <p:extLst>
      <p:ext uri="{BB962C8B-B14F-4D97-AF65-F5344CB8AC3E}">
        <p14:creationId xmlns:p14="http://schemas.microsoft.com/office/powerpoint/2010/main" val="183596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הערות בגוף התוכנית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363494" y="1140355"/>
            <a:ext cx="10515600" cy="4351338"/>
          </a:xfrm>
        </p:spPr>
        <p:txBody>
          <a:bodyPr/>
          <a:lstStyle/>
          <a:p>
            <a:r>
              <a:rPr lang="he-IL" dirty="0"/>
              <a:t>על מנת להוסיף הערה של עד שורה לתוכנית משתמשים בסולמית</a:t>
            </a:r>
          </a:p>
          <a:p>
            <a:endParaRPr lang="he-IL" dirty="0"/>
          </a:p>
          <a:p>
            <a:pPr marL="457200" lvl="1" indent="0" algn="l" rtl="0">
              <a:buNone/>
            </a:pPr>
            <a:endParaRPr lang="en-US" dirty="0"/>
          </a:p>
          <a:p>
            <a:pPr marL="457200" lvl="1" indent="0" algn="l" rtl="0">
              <a:buNone/>
            </a:pPr>
            <a:r>
              <a:rPr lang="en-US" dirty="0"/>
              <a:t>print(“just do it”)          </a:t>
            </a:r>
            <a:r>
              <a:rPr lang="en-US" sz="3600" dirty="0">
                <a:solidFill>
                  <a:srgbClr val="FF0000"/>
                </a:solidFill>
              </a:rPr>
              <a:t>#</a:t>
            </a:r>
            <a:r>
              <a:rPr lang="he-IL" dirty="0"/>
              <a:t>הדפסת הסלוגן של </a:t>
            </a:r>
            <a:r>
              <a:rPr lang="he-IL" dirty="0" err="1"/>
              <a:t>נייק</a:t>
            </a:r>
            <a:endParaRPr lang="en-US" dirty="0"/>
          </a:p>
          <a:p>
            <a:pPr marL="457200" lvl="1" indent="0" algn="l" rtl="0">
              <a:buNone/>
            </a:pPr>
            <a:endParaRPr lang="he-IL" dirty="0"/>
          </a:p>
          <a:p>
            <a:r>
              <a:rPr lang="he-IL" dirty="0"/>
              <a:t>על מנת להוסיף הערה ארוכה משתמשים בשלוש גרשיים.</a:t>
            </a:r>
          </a:p>
          <a:p>
            <a:endParaRPr lang="he-IL" dirty="0"/>
          </a:p>
          <a:p>
            <a:pPr marL="457200" lvl="1" indent="0" algn="l" rtl="0">
              <a:buNone/>
            </a:pPr>
            <a:r>
              <a:rPr lang="en-US" dirty="0">
                <a:solidFill>
                  <a:prstClr val="black"/>
                </a:solidFill>
              </a:rPr>
              <a:t>print(“just do it”) </a:t>
            </a:r>
            <a:r>
              <a:rPr lang="he-IL" sz="4000" dirty="0">
                <a:solidFill>
                  <a:srgbClr val="FF0000"/>
                </a:solidFill>
              </a:rPr>
              <a:t>"""</a:t>
            </a:r>
            <a:r>
              <a:rPr lang="en-US" dirty="0">
                <a:solidFill>
                  <a:prstClr val="black"/>
                </a:solidFill>
              </a:rPr>
              <a:t> just do it </a:t>
            </a:r>
            <a:r>
              <a:rPr lang="he-IL" sz="4000" dirty="0">
                <a:solidFill>
                  <a:srgbClr val="FF0000"/>
                </a:solidFill>
              </a:rPr>
              <a:t>"""</a:t>
            </a:r>
            <a:r>
              <a:rPr lang="he-IL" dirty="0">
                <a:solidFill>
                  <a:prstClr val="black"/>
                </a:solidFill>
              </a:rPr>
              <a:t> הדפסת הסלוגן של </a:t>
            </a:r>
            <a:r>
              <a:rPr lang="he-IL" dirty="0" err="1">
                <a:solidFill>
                  <a:prstClr val="black"/>
                </a:solidFill>
              </a:rPr>
              <a:t>נייק</a:t>
            </a:r>
            <a:endParaRPr lang="he-IL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5399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לתהליך קריאת תכנית והפלט שלה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186113" y="900782"/>
            <a:ext cx="8649655" cy="777669"/>
          </a:xfrm>
        </p:spPr>
        <p:txBody>
          <a:bodyPr>
            <a:normAutofit/>
          </a:bodyPr>
          <a:lstStyle/>
          <a:p>
            <a:r>
              <a:rPr lang="he-IL" dirty="0" err="1"/>
              <a:t>רישמו</a:t>
            </a:r>
            <a:r>
              <a:rPr lang="he-IL" dirty="0"/>
              <a:t> במחברת/על דף את הפלט של התוכנית הבאה:</a:t>
            </a:r>
          </a:p>
        </p:txBody>
      </p:sp>
      <p:sp>
        <p:nvSpPr>
          <p:cNvPr id="4" name="מציין מיקום תוכן 2"/>
          <p:cNvSpPr txBox="1">
            <a:spLocks/>
          </p:cNvSpPr>
          <p:nvPr/>
        </p:nvSpPr>
        <p:spPr>
          <a:xfrm>
            <a:off x="5854890" y="2029734"/>
            <a:ext cx="5980878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e-IL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0866" r="23960" b="8146"/>
          <a:stretch/>
        </p:blipFill>
        <p:spPr>
          <a:xfrm rot="16200000">
            <a:off x="5474280" y="232172"/>
            <a:ext cx="3622212" cy="6141145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7" t="2700" r="23960" b="69271"/>
          <a:stretch/>
        </p:blipFill>
        <p:spPr>
          <a:xfrm rot="16200000">
            <a:off x="358899" y="2525158"/>
            <a:ext cx="4889434" cy="2822394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C8A6FE7C-1837-41BA-8816-D20271A41392}"/>
              </a:ext>
            </a:extLst>
          </p:cNvPr>
          <p:cNvSpPr/>
          <p:nvPr/>
        </p:nvSpPr>
        <p:spPr>
          <a:xfrm>
            <a:off x="10584838" y="1379671"/>
            <a:ext cx="2822395" cy="48894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tx1"/>
                </a:solidFill>
              </a:rPr>
              <a:t>הפתרון הוא:</a:t>
            </a: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  <a:p>
            <a:pPr algn="ctr"/>
            <a:endParaRPr lang="he-I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65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ליתרונות שימוש בתבנית פעולה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515533" y="907896"/>
            <a:ext cx="10515600" cy="4351338"/>
          </a:xfrm>
        </p:spPr>
        <p:txBody>
          <a:bodyPr/>
          <a:lstStyle/>
          <a:p>
            <a:r>
              <a:rPr lang="he-IL" dirty="0"/>
              <a:t>לפניכם 2 </a:t>
            </a:r>
            <a:r>
              <a:rPr lang="he-IL" dirty="0" err="1"/>
              <a:t>תוכניות</a:t>
            </a:r>
            <a:r>
              <a:rPr lang="he-IL" dirty="0"/>
              <a:t> שונות המבצעות פלט זהה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3" t="18724" r="19866" b="22553"/>
          <a:stretch/>
        </p:blipFill>
        <p:spPr>
          <a:xfrm>
            <a:off x="797670" y="1483485"/>
            <a:ext cx="7160802" cy="5034047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4" t="30115" r="51222" b="16312"/>
          <a:stretch/>
        </p:blipFill>
        <p:spPr>
          <a:xfrm>
            <a:off x="8676335" y="1483484"/>
            <a:ext cx="2937754" cy="503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אופרטורים מובנים </a:t>
            </a:r>
            <a:r>
              <a:rPr lang="he-IL" dirty="0" err="1"/>
              <a:t>בפייתון</a:t>
            </a:r>
            <a:endParaRPr lang="he-IL" dirty="0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15350"/>
              </p:ext>
            </p:extLst>
          </p:nvPr>
        </p:nvGraphicFramePr>
        <p:xfrm>
          <a:off x="1129731" y="2117131"/>
          <a:ext cx="10307091" cy="3870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35957">
                  <a:extLst>
                    <a:ext uri="{9D8B030D-6E8A-4147-A177-3AD203B41FA5}">
                      <a16:colId xmlns:a16="http://schemas.microsoft.com/office/drawing/2014/main" val="1579706140"/>
                    </a:ext>
                  </a:extLst>
                </a:gridCol>
                <a:gridCol w="1511541">
                  <a:extLst>
                    <a:ext uri="{9D8B030D-6E8A-4147-A177-3AD203B41FA5}">
                      <a16:colId xmlns:a16="http://schemas.microsoft.com/office/drawing/2014/main" val="3144820453"/>
                    </a:ext>
                  </a:extLst>
                </a:gridCol>
                <a:gridCol w="1164943">
                  <a:extLst>
                    <a:ext uri="{9D8B030D-6E8A-4147-A177-3AD203B41FA5}">
                      <a16:colId xmlns:a16="http://schemas.microsoft.com/office/drawing/2014/main" val="3006818717"/>
                    </a:ext>
                  </a:extLst>
                </a:gridCol>
                <a:gridCol w="1141106">
                  <a:extLst>
                    <a:ext uri="{9D8B030D-6E8A-4147-A177-3AD203B41FA5}">
                      <a16:colId xmlns:a16="http://schemas.microsoft.com/office/drawing/2014/main" val="1371324966"/>
                    </a:ext>
                  </a:extLst>
                </a:gridCol>
                <a:gridCol w="1288386">
                  <a:extLst>
                    <a:ext uri="{9D8B030D-6E8A-4147-A177-3AD203B41FA5}">
                      <a16:colId xmlns:a16="http://schemas.microsoft.com/office/drawing/2014/main" val="4157822493"/>
                    </a:ext>
                  </a:extLst>
                </a:gridCol>
                <a:gridCol w="1288386">
                  <a:extLst>
                    <a:ext uri="{9D8B030D-6E8A-4147-A177-3AD203B41FA5}">
                      <a16:colId xmlns:a16="http://schemas.microsoft.com/office/drawing/2014/main" val="2778891080"/>
                    </a:ext>
                  </a:extLst>
                </a:gridCol>
                <a:gridCol w="1288386">
                  <a:extLst>
                    <a:ext uri="{9D8B030D-6E8A-4147-A177-3AD203B41FA5}">
                      <a16:colId xmlns:a16="http://schemas.microsoft.com/office/drawing/2014/main" val="1296183063"/>
                    </a:ext>
                  </a:extLst>
                </a:gridCol>
                <a:gridCol w="1288386">
                  <a:extLst>
                    <a:ext uri="{9D8B030D-6E8A-4147-A177-3AD203B41FA5}">
                      <a16:colId xmlns:a16="http://schemas.microsoft.com/office/drawing/2014/main" val="93542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3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סוג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1"/>
                      <a:r>
                        <a:rPr lang="he-IL" sz="3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אופרטור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sz="3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9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השמה</a:t>
                      </a:r>
                    </a:p>
                    <a:p>
                      <a:pPr rtl="1"/>
                      <a:endParaRPr lang="he-IL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4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מתמטי</a:t>
                      </a:r>
                    </a:p>
                    <a:p>
                      <a:pPr rtl="1"/>
                      <a:endParaRPr lang="he-IL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//</a:t>
                      </a:r>
                    </a:p>
                    <a:p>
                      <a:pPr algn="ctr" rtl="1"/>
                      <a:r>
                        <a:rPr lang="he-IL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עיגול</a:t>
                      </a:r>
                      <a:r>
                        <a:rPr lang="he-IL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המנה לערך</a:t>
                      </a:r>
                      <a:r>
                        <a:rPr lang="he-IL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השלם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  <a:p>
                      <a:pPr algn="ctr" rtl="1"/>
                      <a:r>
                        <a:rPr lang="he-IL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he-IL" sz="18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מודולו</a:t>
                      </a:r>
                      <a:r>
                        <a:rPr lang="he-IL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algn="ctr" rtl="1"/>
                      <a:r>
                        <a:rPr lang="he-IL" sz="2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שארית החלוקה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**</a:t>
                      </a:r>
                    </a:p>
                    <a:p>
                      <a:pPr algn="ctr" rtl="1"/>
                      <a:r>
                        <a:rPr lang="he-IL" sz="2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חזקה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652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לוגי</a:t>
                      </a:r>
                    </a:p>
                    <a:p>
                      <a:pPr rtl="1"/>
                      <a:endParaRPr lang="he-IL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=!</a:t>
                      </a:r>
                      <a:endParaRPr lang="en-US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1"/>
                      <a:r>
                        <a:rPr lang="he-IL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שונה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==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203544"/>
                  </a:ext>
                </a:extLst>
              </a:tr>
            </a:tbl>
          </a:graphicData>
        </a:graphic>
      </p:graphicFrame>
      <p:sp>
        <p:nvSpPr>
          <p:cNvPr id="5" name="הסבר מלבני 4"/>
          <p:cNvSpPr/>
          <p:nvPr/>
        </p:nvSpPr>
        <p:spPr>
          <a:xfrm>
            <a:off x="935252" y="791568"/>
            <a:ext cx="1661995" cy="1119117"/>
          </a:xfrm>
          <a:prstGeom prst="wedgeRectCallout">
            <a:avLst>
              <a:gd name="adj1" fmla="val 121978"/>
              <a:gd name="adj2" fmla="val 1311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,b=4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a=4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b=4</a:t>
            </a:r>
            <a:endParaRPr lang="he-IL" sz="2400" dirty="0">
              <a:solidFill>
                <a:schemeClr val="tx2"/>
              </a:solidFill>
            </a:endParaRPr>
          </a:p>
        </p:txBody>
      </p:sp>
      <p:sp>
        <p:nvSpPr>
          <p:cNvPr id="6" name="הסבר מלבני 5"/>
          <p:cNvSpPr/>
          <p:nvPr/>
        </p:nvSpPr>
        <p:spPr>
          <a:xfrm>
            <a:off x="2820164" y="771960"/>
            <a:ext cx="1761319" cy="1119117"/>
          </a:xfrm>
          <a:prstGeom prst="wedgeRectCallout">
            <a:avLst>
              <a:gd name="adj1" fmla="val 80214"/>
              <a:gd name="adj2" fmla="val 13183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x+=y</a:t>
            </a:r>
          </a:p>
          <a:p>
            <a:pPr algn="ctr"/>
            <a:r>
              <a:rPr lang="en-US" sz="3200" dirty="0">
                <a:solidFill>
                  <a:schemeClr val="tx2"/>
                </a:solidFill>
              </a:rPr>
              <a:t>x=</a:t>
            </a:r>
            <a:r>
              <a:rPr lang="en-US" sz="3200" dirty="0" err="1">
                <a:solidFill>
                  <a:schemeClr val="tx2"/>
                </a:solidFill>
              </a:rPr>
              <a:t>x+y</a:t>
            </a:r>
            <a:endParaRPr lang="he-IL" sz="3200" dirty="0">
              <a:solidFill>
                <a:schemeClr val="tx2"/>
              </a:solidFill>
            </a:endParaRPr>
          </a:p>
        </p:txBody>
      </p:sp>
      <p:sp>
        <p:nvSpPr>
          <p:cNvPr id="7" name="הסבר מלבני 6"/>
          <p:cNvSpPr/>
          <p:nvPr/>
        </p:nvSpPr>
        <p:spPr>
          <a:xfrm>
            <a:off x="5024653" y="791569"/>
            <a:ext cx="1761319" cy="1119117"/>
          </a:xfrm>
          <a:prstGeom prst="wedgeRectCallout">
            <a:avLst>
              <a:gd name="adj1" fmla="val 46895"/>
              <a:gd name="adj2" fmla="val 13061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X-=y</a:t>
            </a:r>
          </a:p>
          <a:p>
            <a:pPr algn="ctr"/>
            <a:r>
              <a:rPr lang="en-US" sz="3200" dirty="0">
                <a:solidFill>
                  <a:schemeClr val="tx2"/>
                </a:solidFill>
              </a:rPr>
              <a:t>x=x-y</a:t>
            </a:r>
            <a:endParaRPr lang="he-IL" sz="3200" dirty="0">
              <a:solidFill>
                <a:schemeClr val="tx2"/>
              </a:solidFill>
            </a:endParaRPr>
          </a:p>
        </p:txBody>
      </p:sp>
      <p:sp>
        <p:nvSpPr>
          <p:cNvPr id="8" name="הסבר מלבני 7"/>
          <p:cNvSpPr/>
          <p:nvPr/>
        </p:nvSpPr>
        <p:spPr>
          <a:xfrm>
            <a:off x="6856487" y="791568"/>
            <a:ext cx="1761319" cy="1119117"/>
          </a:xfrm>
          <a:prstGeom prst="wedgeRectCallout">
            <a:avLst>
              <a:gd name="adj1" fmla="val 19775"/>
              <a:gd name="adj2" fmla="val 13183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X*=y</a:t>
            </a:r>
          </a:p>
          <a:p>
            <a:pPr algn="ctr"/>
            <a:r>
              <a:rPr lang="en-US" sz="3200" dirty="0">
                <a:solidFill>
                  <a:schemeClr val="tx2"/>
                </a:solidFill>
              </a:rPr>
              <a:t>x=x*y</a:t>
            </a:r>
            <a:endParaRPr lang="he-IL" sz="3200" dirty="0">
              <a:solidFill>
                <a:schemeClr val="tx2"/>
              </a:solidFill>
            </a:endParaRPr>
          </a:p>
        </p:txBody>
      </p:sp>
      <p:sp>
        <p:nvSpPr>
          <p:cNvPr id="9" name="הסבר מלבני 8"/>
          <p:cNvSpPr/>
          <p:nvPr/>
        </p:nvSpPr>
        <p:spPr>
          <a:xfrm>
            <a:off x="8799779" y="791568"/>
            <a:ext cx="1761319" cy="1119117"/>
          </a:xfrm>
          <a:prstGeom prst="wedgeRectCallout">
            <a:avLst>
              <a:gd name="adj1" fmla="val -36015"/>
              <a:gd name="adj2" fmla="val 13061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x/=y</a:t>
            </a:r>
          </a:p>
          <a:p>
            <a:pPr algn="ctr"/>
            <a:r>
              <a:rPr lang="en-US" sz="3200" dirty="0">
                <a:solidFill>
                  <a:schemeClr val="tx2"/>
                </a:solidFill>
              </a:rPr>
              <a:t>x=x/y</a:t>
            </a:r>
            <a:endParaRPr lang="he-IL" sz="3200" dirty="0">
              <a:solidFill>
                <a:schemeClr val="tx2"/>
              </a:solidFill>
            </a:endParaRPr>
          </a:p>
        </p:txBody>
      </p:sp>
      <p:sp>
        <p:nvSpPr>
          <p:cNvPr id="10" name="הסבר מלבני 9"/>
          <p:cNvSpPr/>
          <p:nvPr/>
        </p:nvSpPr>
        <p:spPr>
          <a:xfrm>
            <a:off x="7360285" y="5854890"/>
            <a:ext cx="2515041" cy="1003110"/>
          </a:xfrm>
          <a:prstGeom prst="wedgeRectCallout">
            <a:avLst>
              <a:gd name="adj1" fmla="val -2156"/>
              <a:gd name="adj2" fmla="val -149899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X=9,y=6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X%y</a:t>
            </a:r>
            <a:r>
              <a:rPr lang="en-US" sz="2400" dirty="0">
                <a:solidFill>
                  <a:schemeClr val="tx2"/>
                </a:solidFill>
              </a:rPr>
              <a:t>=3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X//y=1</a:t>
            </a:r>
          </a:p>
        </p:txBody>
      </p:sp>
      <p:sp>
        <p:nvSpPr>
          <p:cNvPr id="11" name="הסבר מלבני 10"/>
          <p:cNvSpPr/>
          <p:nvPr/>
        </p:nvSpPr>
        <p:spPr>
          <a:xfrm>
            <a:off x="3500526" y="5961757"/>
            <a:ext cx="2515041" cy="896243"/>
          </a:xfrm>
          <a:prstGeom prst="wedgeRectCallout">
            <a:avLst>
              <a:gd name="adj1" fmla="val 13038"/>
              <a:gd name="adj2" fmla="val -18391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X=9,y=6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X/y=1.5=1+3/6</a:t>
            </a:r>
          </a:p>
        </p:txBody>
      </p:sp>
    </p:spTree>
    <p:extLst>
      <p:ext uri="{BB962C8B-B14F-4D97-AF65-F5344CB8AC3E}">
        <p14:creationId xmlns:p14="http://schemas.microsoft.com/office/powerpoint/2010/main" val="289259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3E9E7F-35D4-473E-B8CE-E75B54C0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 הפרק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9B61E7B-4934-45EE-A554-8A3FE56822FC}"/>
              </a:ext>
            </a:extLst>
          </p:cNvPr>
          <p:cNvSpPr/>
          <p:nvPr/>
        </p:nvSpPr>
        <p:spPr>
          <a:xfrm>
            <a:off x="4112885" y="1140355"/>
            <a:ext cx="34103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https://youtu.be/d5HW2zQHQRM</a:t>
            </a:r>
            <a:endParaRPr lang="he-IL" dirty="0"/>
          </a:p>
          <a:p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7FD78DB-2C4B-461F-8213-73D3938E8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275" y="1786686"/>
            <a:ext cx="8276037" cy="4648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723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תרגילי הגשה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895833" y="867399"/>
            <a:ext cx="6135300" cy="34452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e-IL" sz="2600" dirty="0"/>
              <a:t>שאלה  1 </a:t>
            </a:r>
          </a:p>
          <a:p>
            <a:pPr marL="0" indent="0">
              <a:buNone/>
            </a:pPr>
            <a:r>
              <a:rPr lang="he-IL" sz="2600" dirty="0"/>
              <a:t>תרגמו את האלגוריתם הבא לשפת </a:t>
            </a:r>
            <a:r>
              <a:rPr lang="he-IL" sz="2600" dirty="0" err="1"/>
              <a:t>פייתון</a:t>
            </a:r>
            <a:r>
              <a:rPr lang="he-IL" sz="2600" dirty="0"/>
              <a:t> :</a:t>
            </a:r>
          </a:p>
          <a:p>
            <a:pPr marL="0" indent="0">
              <a:buNone/>
            </a:pPr>
            <a:r>
              <a:rPr lang="he-IL" sz="2600" dirty="0"/>
              <a:t>	הדפס את המחרוזת </a:t>
            </a:r>
            <a:r>
              <a:rPr lang="en-US" sz="2600" dirty="0"/>
              <a:t>"we”</a:t>
            </a:r>
            <a:endParaRPr lang="he-IL" sz="2600" dirty="0"/>
          </a:p>
          <a:p>
            <a:pPr marL="0" indent="0">
              <a:buNone/>
            </a:pPr>
            <a:r>
              <a:rPr lang="he-IL" sz="2600" dirty="0"/>
              <a:t>          הדפס את המחרוזת </a:t>
            </a:r>
            <a:r>
              <a:rPr lang="en-US" sz="2600" dirty="0"/>
              <a:t>“love”</a:t>
            </a:r>
            <a:endParaRPr lang="he-IL" sz="2600" dirty="0"/>
          </a:p>
          <a:p>
            <a:pPr marL="0" indent="0">
              <a:buNone/>
            </a:pPr>
            <a:r>
              <a:rPr lang="he-IL" sz="2600" dirty="0"/>
              <a:t>          הדפס את המחרוזת </a:t>
            </a:r>
            <a:r>
              <a:rPr lang="en-US" sz="2600" dirty="0"/>
              <a:t>“</a:t>
            </a:r>
            <a:r>
              <a:rPr lang="en-US" sz="2600" dirty="0" err="1"/>
              <a:t>yavne</a:t>
            </a:r>
            <a:r>
              <a:rPr lang="en-US" sz="2600" dirty="0"/>
              <a:t>”</a:t>
            </a:r>
            <a:endParaRPr lang="he-IL" sz="2600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      </a:t>
            </a:r>
          </a:p>
        </p:txBody>
      </p:sp>
      <p:sp>
        <p:nvSpPr>
          <p:cNvPr id="4" name="מציין מיקום תוכן 2"/>
          <p:cNvSpPr txBox="1">
            <a:spLocks/>
          </p:cNvSpPr>
          <p:nvPr/>
        </p:nvSpPr>
        <p:spPr>
          <a:xfrm>
            <a:off x="125106" y="1019800"/>
            <a:ext cx="6221104" cy="3470314"/>
          </a:xfrm>
          <a:prstGeom prst="rect">
            <a:avLst/>
          </a:prstGeom>
        </p:spPr>
        <p:txBody>
          <a:bodyPr vert="horz" lIns="91440" tIns="45720" rIns="91440" bIns="45720" rtlCol="1">
            <a:normAutofit fontScale="77500" lnSpcReduction="2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e-IL" sz="3100" dirty="0"/>
              <a:t>שאלה  2 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he-IL" sz="3100" dirty="0"/>
              <a:t>כתבו תכנית בשפת </a:t>
            </a:r>
            <a:r>
              <a:rPr lang="he-IL" sz="3100" dirty="0" err="1"/>
              <a:t>פייתון</a:t>
            </a:r>
            <a:r>
              <a:rPr lang="he-IL" sz="3100" dirty="0"/>
              <a:t> המדפיסה את הספרה 6 באמצעות </a:t>
            </a:r>
            <a:r>
              <a:rPr lang="he-IL" sz="3100" dirty="0" err="1"/>
              <a:t>סולמיות</a:t>
            </a:r>
            <a:r>
              <a:rPr lang="he-IL" sz="3100" dirty="0"/>
              <a:t> (שימו לב לרווחים בין השורות). תוצאת הפלט תראה כך: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e-IL" sz="2600" dirty="0"/>
          </a:p>
          <a:p>
            <a:pPr marL="0" indent="0">
              <a:buFont typeface="Arial" panose="020B0604020202020204" pitchFamily="34" charset="0"/>
              <a:buNone/>
            </a:pPr>
            <a:endParaRPr lang="he-IL" dirty="0"/>
          </a:p>
          <a:p>
            <a:pPr marL="0" indent="0">
              <a:buFont typeface="Arial" panose="020B0604020202020204" pitchFamily="34" charset="0"/>
              <a:buNone/>
            </a:pPr>
            <a:endParaRPr lang="he-IL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he-IL" dirty="0"/>
              <a:t>          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2" t="40958" r="48500" b="26499"/>
          <a:stretch/>
        </p:blipFill>
        <p:spPr>
          <a:xfrm>
            <a:off x="502404" y="2710297"/>
            <a:ext cx="2710046" cy="3750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41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תרגילי הגשה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373504" y="1140355"/>
            <a:ext cx="5818496" cy="344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600" dirty="0"/>
              <a:t>שאלה  3</a:t>
            </a:r>
          </a:p>
          <a:p>
            <a:pPr marL="0" indent="0">
              <a:buNone/>
            </a:pPr>
            <a:r>
              <a:rPr lang="he-IL" sz="2600" dirty="0"/>
              <a:t>לפניכם </a:t>
            </a:r>
            <a:r>
              <a:rPr lang="he-IL" sz="2600" dirty="0" err="1"/>
              <a:t>תוכנית</a:t>
            </a:r>
            <a:r>
              <a:rPr lang="he-IL" sz="2600" dirty="0"/>
              <a:t>,</a:t>
            </a:r>
          </a:p>
          <a:p>
            <a:pPr marL="0" indent="0">
              <a:buNone/>
            </a:pPr>
            <a:r>
              <a:rPr lang="he-IL" sz="2600" dirty="0"/>
              <a:t>רשמו מה תהיה תוצאת הפלט של התוכנית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      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0" t="19503" r="33196" b="36716"/>
          <a:stretch/>
        </p:blipFill>
        <p:spPr>
          <a:xfrm>
            <a:off x="313896" y="1140355"/>
            <a:ext cx="6168789" cy="5717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866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תרגילי הגשה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373504" y="1140355"/>
            <a:ext cx="5818496" cy="344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600" dirty="0"/>
              <a:t>שאלה  4 </a:t>
            </a:r>
          </a:p>
          <a:p>
            <a:pPr marL="0" indent="0">
              <a:buNone/>
            </a:pPr>
            <a:r>
              <a:rPr lang="he-IL" sz="2600" dirty="0"/>
              <a:t>מומלץ לפתור בעל פה </a:t>
            </a:r>
          </a:p>
          <a:p>
            <a:pPr marL="0" indent="0">
              <a:buNone/>
            </a:pPr>
            <a:r>
              <a:rPr lang="he-IL" sz="2600" dirty="0"/>
              <a:t>ורק אחר כך לבדוק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     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681F69B-2C8D-447A-A6CA-F6326950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15" y="897113"/>
            <a:ext cx="5105842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84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תרגילי הגשה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373504" y="1140355"/>
            <a:ext cx="5818496" cy="344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600" dirty="0"/>
              <a:t>שאלה  5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     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6049CB9-3295-4508-8D6A-8C57BBB4D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43" y="1907346"/>
            <a:ext cx="5591461" cy="4367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E0F55-E9DB-4AA4-9C1F-48F17961FF6C}"/>
              </a:ext>
            </a:extLst>
          </p:cNvPr>
          <p:cNvSpPr txBox="1"/>
          <p:nvPr/>
        </p:nvSpPr>
        <p:spPr>
          <a:xfrm>
            <a:off x="3829786" y="1434353"/>
            <a:ext cx="76014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/>
              <a:t>דוגמא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32477-4CF1-4BA6-8264-159D786C7E91}"/>
              </a:ext>
            </a:extLst>
          </p:cNvPr>
          <p:cNvSpPr txBox="1"/>
          <p:nvPr/>
        </p:nvSpPr>
        <p:spPr>
          <a:xfrm>
            <a:off x="7450957" y="1907346"/>
            <a:ext cx="4221091" cy="203132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err="1"/>
              <a:t>ביחרו</a:t>
            </a:r>
            <a:r>
              <a:rPr lang="he-IL" dirty="0"/>
              <a:t> 2 מספרים רנדומליים ותתרגלו את</a:t>
            </a:r>
          </a:p>
          <a:p>
            <a:r>
              <a:rPr lang="he-IL" dirty="0"/>
              <a:t>כל פעולות האריתמטיות כפי שמופיעים דוגמא.</a:t>
            </a:r>
          </a:p>
          <a:p>
            <a:r>
              <a:rPr lang="he-IL" dirty="0"/>
              <a:t>הראו זאת בתוכנית משלכם.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לפני ביצוע הפעולה נחשו מה תהיה התוצאה.</a:t>
            </a:r>
          </a:p>
          <a:p>
            <a:r>
              <a:rPr lang="he-IL" dirty="0"/>
              <a:t>האם צדקתם? </a:t>
            </a:r>
          </a:p>
        </p:txBody>
      </p:sp>
    </p:spTree>
    <p:extLst>
      <p:ext uri="{BB962C8B-B14F-4D97-AF65-F5344CB8AC3E}">
        <p14:creationId xmlns:p14="http://schemas.microsoft.com/office/powerpoint/2010/main" val="24540813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42113</TotalTime>
  <Words>447</Words>
  <Application>Microsoft Office PowerPoint</Application>
  <PresentationFormat>מסך רחב</PresentationFormat>
  <Paragraphs>134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Tahoma</vt:lpstr>
      <vt:lpstr>Times New Roman</vt:lpstr>
      <vt:lpstr>ערכת נושא Office</vt:lpstr>
      <vt:lpstr>שיעור 2 מבוא לפעולות</vt:lpstr>
      <vt:lpstr>הפעולה הראשית</vt:lpstr>
      <vt:lpstr>הזחה-Indent</vt:lpstr>
      <vt:lpstr>הערות בגוף התוכנית</vt:lpstr>
      <vt:lpstr>דוגמא לתהליך קריאת תכנית והפלט שלה</vt:lpstr>
      <vt:lpstr>דוגמא ליתרונות שימוש בתבנית פעולה</vt:lpstr>
      <vt:lpstr>אופרטורים מובנים בפייתון</vt:lpstr>
      <vt:lpstr>סיכום הפרק</vt:lpstr>
      <vt:lpstr>תרגילי הגשה </vt:lpstr>
      <vt:lpstr>תרגילי הגשה </vt:lpstr>
      <vt:lpstr>תרגילי הגשה </vt:lpstr>
      <vt:lpstr>תרגילי הגשה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לגלים</dc:title>
  <dc:creator>אריק ישר</dc:creator>
  <cp:lastModifiedBy>Teacher</cp:lastModifiedBy>
  <cp:revision>68</cp:revision>
  <dcterms:created xsi:type="dcterms:W3CDTF">2020-02-25T06:51:02Z</dcterms:created>
  <dcterms:modified xsi:type="dcterms:W3CDTF">2024-09-06T07:27:08Z</dcterms:modified>
</cp:coreProperties>
</file>